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6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8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3C94EA-C8AA-4438-BA40-B09E1552B6C1}" v="35" dt="2026-04-28T08:42:33.0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32" y="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윤지 김" userId="5f9cd1682c02af93" providerId="LiveId" clId="{B2DADBF2-033E-4B2D-BB86-80504A99D9C8}"/>
    <pc:docChg chg="undo redo custSel addSld delSld modSld sldOrd">
      <pc:chgData name="윤지 김" userId="5f9cd1682c02af93" providerId="LiveId" clId="{B2DADBF2-033E-4B2D-BB86-80504A99D9C8}" dt="2026-04-28T08:44:06.773" v="1229" actId="2711"/>
      <pc:docMkLst>
        <pc:docMk/>
      </pc:docMkLst>
      <pc:sldChg chg="addSp delSp modSp mod">
        <pc:chgData name="윤지 김" userId="5f9cd1682c02af93" providerId="LiveId" clId="{B2DADBF2-033E-4B2D-BB86-80504A99D9C8}" dt="2026-04-28T08:21:21.793" v="916" actId="207"/>
        <pc:sldMkLst>
          <pc:docMk/>
          <pc:sldMk cId="0" sldId="256"/>
        </pc:sldMkLst>
        <pc:spChg chg="del">
          <ac:chgData name="윤지 김" userId="5f9cd1682c02af93" providerId="LiveId" clId="{B2DADBF2-033E-4B2D-BB86-80504A99D9C8}" dt="2026-04-28T07:58:21.209" v="3" actId="478"/>
          <ac:spMkLst>
            <pc:docMk/>
            <pc:sldMk cId="0" sldId="256"/>
            <ac:spMk id="2" creationId="{00000000-0000-0000-0000-000000000000}"/>
          </ac:spMkLst>
        </pc:spChg>
        <pc:spChg chg="del">
          <ac:chgData name="윤지 김" userId="5f9cd1682c02af93" providerId="LiveId" clId="{B2DADBF2-033E-4B2D-BB86-80504A99D9C8}" dt="2026-04-28T07:58:21.209" v="3" actId="478"/>
          <ac:spMkLst>
            <pc:docMk/>
            <pc:sldMk cId="0" sldId="256"/>
            <ac:spMk id="3" creationId="{00000000-0000-0000-0000-000000000000}"/>
          </ac:spMkLst>
        </pc:spChg>
        <pc:spChg chg="del">
          <ac:chgData name="윤지 김" userId="5f9cd1682c02af93" providerId="LiveId" clId="{B2DADBF2-033E-4B2D-BB86-80504A99D9C8}" dt="2026-04-28T07:58:21.209" v="3" actId="478"/>
          <ac:spMkLst>
            <pc:docMk/>
            <pc:sldMk cId="0" sldId="256"/>
            <ac:spMk id="4" creationId="{00000000-0000-0000-0000-000000000000}"/>
          </ac:spMkLst>
        </pc:spChg>
        <pc:spChg chg="del">
          <ac:chgData name="윤지 김" userId="5f9cd1682c02af93" providerId="LiveId" clId="{B2DADBF2-033E-4B2D-BB86-80504A99D9C8}" dt="2026-04-28T07:58:21.209" v="3" actId="478"/>
          <ac:spMkLst>
            <pc:docMk/>
            <pc:sldMk cId="0" sldId="256"/>
            <ac:spMk id="5" creationId="{00000000-0000-0000-0000-000000000000}"/>
          </ac:spMkLst>
        </pc:spChg>
        <pc:spChg chg="del">
          <ac:chgData name="윤지 김" userId="5f9cd1682c02af93" providerId="LiveId" clId="{B2DADBF2-033E-4B2D-BB86-80504A99D9C8}" dt="2026-04-28T07:58:21.209" v="3" actId="478"/>
          <ac:spMkLst>
            <pc:docMk/>
            <pc:sldMk cId="0" sldId="256"/>
            <ac:spMk id="6" creationId="{00000000-0000-0000-0000-000000000000}"/>
          </ac:spMkLst>
        </pc:spChg>
        <pc:spChg chg="del">
          <ac:chgData name="윤지 김" userId="5f9cd1682c02af93" providerId="LiveId" clId="{B2DADBF2-033E-4B2D-BB86-80504A99D9C8}" dt="2026-04-28T07:58:21.209" v="3" actId="478"/>
          <ac:spMkLst>
            <pc:docMk/>
            <pc:sldMk cId="0" sldId="256"/>
            <ac:spMk id="7" creationId="{00000000-0000-0000-0000-000000000000}"/>
          </ac:spMkLst>
        </pc:spChg>
        <pc:spChg chg="del">
          <ac:chgData name="윤지 김" userId="5f9cd1682c02af93" providerId="LiveId" clId="{B2DADBF2-033E-4B2D-BB86-80504A99D9C8}" dt="2026-04-28T07:58:21.209" v="3" actId="478"/>
          <ac:spMkLst>
            <pc:docMk/>
            <pc:sldMk cId="0" sldId="256"/>
            <ac:spMk id="8" creationId="{00000000-0000-0000-0000-000000000000}"/>
          </ac:spMkLst>
        </pc:spChg>
        <pc:spChg chg="add mod">
          <ac:chgData name="윤지 김" userId="5f9cd1682c02af93" providerId="LiveId" clId="{B2DADBF2-033E-4B2D-BB86-80504A99D9C8}" dt="2026-04-28T08:15:16.105" v="556" actId="1076"/>
          <ac:spMkLst>
            <pc:docMk/>
            <pc:sldMk cId="0" sldId="256"/>
            <ac:spMk id="9" creationId="{458C2BC6-EA67-CD1F-CB76-2DC68D7D2E5E}"/>
          </ac:spMkLst>
        </pc:spChg>
        <pc:spChg chg="mod">
          <ac:chgData name="윤지 김" userId="5f9cd1682c02af93" providerId="LiveId" clId="{B2DADBF2-033E-4B2D-BB86-80504A99D9C8}" dt="2026-04-28T08:15:16.105" v="556" actId="1076"/>
          <ac:spMkLst>
            <pc:docMk/>
            <pc:sldMk cId="0" sldId="256"/>
            <ac:spMk id="10" creationId="{CB88E277-ED40-3CED-DFB6-5AE2A46C3366}"/>
          </ac:spMkLst>
        </pc:spChg>
        <pc:spChg chg="add mod">
          <ac:chgData name="윤지 김" userId="5f9cd1682c02af93" providerId="LiveId" clId="{B2DADBF2-033E-4B2D-BB86-80504A99D9C8}" dt="2026-04-28T08:16:38.474" v="653" actId="1076"/>
          <ac:spMkLst>
            <pc:docMk/>
            <pc:sldMk cId="0" sldId="256"/>
            <ac:spMk id="11" creationId="{1DEB4A99-1464-5DB1-222F-E6E396B3A111}"/>
          </ac:spMkLst>
        </pc:spChg>
        <pc:spChg chg="add mod">
          <ac:chgData name="윤지 김" userId="5f9cd1682c02af93" providerId="LiveId" clId="{B2DADBF2-033E-4B2D-BB86-80504A99D9C8}" dt="2026-04-28T07:59:25.910" v="8" actId="2711"/>
          <ac:spMkLst>
            <pc:docMk/>
            <pc:sldMk cId="0" sldId="256"/>
            <ac:spMk id="13" creationId="{36D1D7FF-4AD3-388A-C3AF-7C028BB563A7}"/>
          </ac:spMkLst>
        </pc:spChg>
        <pc:spChg chg="add mod">
          <ac:chgData name="윤지 김" userId="5f9cd1682c02af93" providerId="LiveId" clId="{B2DADBF2-033E-4B2D-BB86-80504A99D9C8}" dt="2026-04-28T07:59:25.910" v="8" actId="2711"/>
          <ac:spMkLst>
            <pc:docMk/>
            <pc:sldMk cId="0" sldId="256"/>
            <ac:spMk id="14" creationId="{977223BD-8768-A7CB-9A59-795272F62B7B}"/>
          </ac:spMkLst>
        </pc:spChg>
        <pc:spChg chg="add mod">
          <ac:chgData name="윤지 김" userId="5f9cd1682c02af93" providerId="LiveId" clId="{B2DADBF2-033E-4B2D-BB86-80504A99D9C8}" dt="2026-04-28T07:59:25.910" v="8" actId="2711"/>
          <ac:spMkLst>
            <pc:docMk/>
            <pc:sldMk cId="0" sldId="256"/>
            <ac:spMk id="15" creationId="{85024D49-55DB-05BA-62DD-4704A0B9525F}"/>
          </ac:spMkLst>
        </pc:spChg>
        <pc:spChg chg="add mod">
          <ac:chgData name="윤지 김" userId="5f9cd1682c02af93" providerId="LiveId" clId="{B2DADBF2-033E-4B2D-BB86-80504A99D9C8}" dt="2026-04-28T07:59:25.910" v="8" actId="2711"/>
          <ac:spMkLst>
            <pc:docMk/>
            <pc:sldMk cId="0" sldId="256"/>
            <ac:spMk id="16" creationId="{C5163DD8-3FE4-CFE5-8C7B-271F71C95D59}"/>
          </ac:spMkLst>
        </pc:spChg>
        <pc:spChg chg="add mod">
          <ac:chgData name="윤지 김" userId="5f9cd1682c02af93" providerId="LiveId" clId="{B2DADBF2-033E-4B2D-BB86-80504A99D9C8}" dt="2026-04-28T07:59:25.910" v="8" actId="2711"/>
          <ac:spMkLst>
            <pc:docMk/>
            <pc:sldMk cId="0" sldId="256"/>
            <ac:spMk id="17" creationId="{5308D692-D8F5-4540-955A-BE971C3EE49C}"/>
          </ac:spMkLst>
        </pc:spChg>
        <pc:spChg chg="add mod">
          <ac:chgData name="윤지 김" userId="5f9cd1682c02af93" providerId="LiveId" clId="{B2DADBF2-033E-4B2D-BB86-80504A99D9C8}" dt="2026-04-28T07:59:25.910" v="8" actId="2711"/>
          <ac:spMkLst>
            <pc:docMk/>
            <pc:sldMk cId="0" sldId="256"/>
            <ac:spMk id="18" creationId="{ED1A4FE5-D3C0-68EA-5563-CCAFE857037A}"/>
          </ac:spMkLst>
        </pc:spChg>
        <pc:spChg chg="add mod">
          <ac:chgData name="윤지 김" userId="5f9cd1682c02af93" providerId="LiveId" clId="{B2DADBF2-033E-4B2D-BB86-80504A99D9C8}" dt="2026-04-28T07:59:25.910" v="8" actId="2711"/>
          <ac:spMkLst>
            <pc:docMk/>
            <pc:sldMk cId="0" sldId="256"/>
            <ac:spMk id="21" creationId="{843C7B7A-3193-4E4E-9F40-EC017324871B}"/>
          </ac:spMkLst>
        </pc:spChg>
        <pc:spChg chg="add mod">
          <ac:chgData name="윤지 김" userId="5f9cd1682c02af93" providerId="LiveId" clId="{B2DADBF2-033E-4B2D-BB86-80504A99D9C8}" dt="2026-04-28T07:59:25.910" v="8" actId="2711"/>
          <ac:spMkLst>
            <pc:docMk/>
            <pc:sldMk cId="0" sldId="256"/>
            <ac:spMk id="22" creationId="{DBBC7976-E364-B03E-50F7-A9FA6F5D3F98}"/>
          </ac:spMkLst>
        </pc:spChg>
        <pc:spChg chg="add mod">
          <ac:chgData name="윤지 김" userId="5f9cd1682c02af93" providerId="LiveId" clId="{B2DADBF2-033E-4B2D-BB86-80504A99D9C8}" dt="2026-04-28T08:21:21.793" v="916" actId="207"/>
          <ac:spMkLst>
            <pc:docMk/>
            <pc:sldMk cId="0" sldId="256"/>
            <ac:spMk id="23" creationId="{878252EF-197D-F006-5880-40465B93B684}"/>
          </ac:spMkLst>
        </pc:spChg>
      </pc:sldChg>
      <pc:sldChg chg="modSp mod">
        <pc:chgData name="윤지 김" userId="5f9cd1682c02af93" providerId="LiveId" clId="{B2DADBF2-033E-4B2D-BB86-80504A99D9C8}" dt="2026-04-28T08:29:20.150" v="1207" actId="20577"/>
        <pc:sldMkLst>
          <pc:docMk/>
          <pc:sldMk cId="0" sldId="257"/>
        </pc:sldMkLst>
        <pc:spChg chg="mod">
          <ac:chgData name="윤지 김" userId="5f9cd1682c02af93" providerId="LiveId" clId="{B2DADBF2-033E-4B2D-BB86-80504A99D9C8}" dt="2026-04-28T08:00:01.830" v="33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윤지 김" userId="5f9cd1682c02af93" providerId="LiveId" clId="{B2DADBF2-033E-4B2D-BB86-80504A99D9C8}" dt="2026-04-28T07:59:38.194" v="28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윤지 김" userId="5f9cd1682c02af93" providerId="LiveId" clId="{B2DADBF2-033E-4B2D-BB86-80504A99D9C8}" dt="2026-04-28T08:07:06.125" v="407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윤지 김" userId="5f9cd1682c02af93" providerId="LiveId" clId="{B2DADBF2-033E-4B2D-BB86-80504A99D9C8}" dt="2026-04-28T08:07:59.927" v="421"/>
          <ac:spMkLst>
            <pc:docMk/>
            <pc:sldMk cId="0" sldId="257"/>
            <ac:spMk id="6" creationId="{00000000-0000-0000-0000-000000000000}"/>
          </ac:spMkLst>
        </pc:spChg>
        <pc:spChg chg="mod">
          <ac:chgData name="윤지 김" userId="5f9cd1682c02af93" providerId="LiveId" clId="{B2DADBF2-033E-4B2D-BB86-80504A99D9C8}" dt="2026-04-28T08:00:57.041" v="59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윤지 김" userId="5f9cd1682c02af93" providerId="LiveId" clId="{B2DADBF2-033E-4B2D-BB86-80504A99D9C8}" dt="2026-04-28T08:01:48.623" v="160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윤지 김" userId="5f9cd1682c02af93" providerId="LiveId" clId="{B2DADBF2-033E-4B2D-BB86-80504A99D9C8}" dt="2026-04-28T08:29:20.150" v="1207" actId="2057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윤지 김" userId="5f9cd1682c02af93" providerId="LiveId" clId="{B2DADBF2-033E-4B2D-BB86-80504A99D9C8}" dt="2026-04-28T08:01:02.924" v="74" actId="20577"/>
          <ac:spMkLst>
            <pc:docMk/>
            <pc:sldMk cId="0" sldId="257"/>
            <ac:spMk id="11" creationId="{00000000-0000-0000-0000-000000000000}"/>
          </ac:spMkLst>
        </pc:spChg>
        <pc:spChg chg="mod">
          <ac:chgData name="윤지 김" userId="5f9cd1682c02af93" providerId="LiveId" clId="{B2DADBF2-033E-4B2D-BB86-80504A99D9C8}" dt="2026-04-28T08:01:39.067" v="133" actId="20577"/>
          <ac:spMkLst>
            <pc:docMk/>
            <pc:sldMk cId="0" sldId="257"/>
            <ac:spMk id="12" creationId="{00000000-0000-0000-0000-000000000000}"/>
          </ac:spMkLst>
        </pc:spChg>
        <pc:spChg chg="mod">
          <ac:chgData name="윤지 김" userId="5f9cd1682c02af93" providerId="LiveId" clId="{B2DADBF2-033E-4B2D-BB86-80504A99D9C8}" dt="2026-04-28T08:07:40.321" v="41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윤지 김" userId="5f9cd1682c02af93" providerId="LiveId" clId="{B2DADBF2-033E-4B2D-BB86-80504A99D9C8}" dt="2026-04-28T08:01:07.470" v="89" actId="20577"/>
          <ac:spMkLst>
            <pc:docMk/>
            <pc:sldMk cId="0" sldId="257"/>
            <ac:spMk id="15" creationId="{00000000-0000-0000-0000-000000000000}"/>
          </ac:spMkLst>
        </pc:spChg>
        <pc:spChg chg="mod">
          <ac:chgData name="윤지 김" userId="5f9cd1682c02af93" providerId="LiveId" clId="{B2DADBF2-033E-4B2D-BB86-80504A99D9C8}" dt="2026-04-28T08:02:01.585" v="193" actId="20577"/>
          <ac:spMkLst>
            <pc:docMk/>
            <pc:sldMk cId="0" sldId="257"/>
            <ac:spMk id="16" creationId="{00000000-0000-0000-0000-000000000000}"/>
          </ac:spMkLst>
        </pc:spChg>
        <pc:spChg chg="mod">
          <ac:chgData name="윤지 김" userId="5f9cd1682c02af93" providerId="LiveId" clId="{B2DADBF2-033E-4B2D-BB86-80504A99D9C8}" dt="2026-04-28T07:59:11.675" v="6" actId="2711"/>
          <ac:spMkLst>
            <pc:docMk/>
            <pc:sldMk cId="0" sldId="257"/>
            <ac:spMk id="17" creationId="{00000000-0000-0000-0000-000000000000}"/>
          </ac:spMkLst>
        </pc:spChg>
        <pc:spChg chg="mod">
          <ac:chgData name="윤지 김" userId="5f9cd1682c02af93" providerId="LiveId" clId="{B2DADBF2-033E-4B2D-BB86-80504A99D9C8}" dt="2026-04-28T08:08:02.347" v="423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윤지 김" userId="5f9cd1682c02af93" providerId="LiveId" clId="{B2DADBF2-033E-4B2D-BB86-80504A99D9C8}" dt="2026-04-28T08:01:16.587" v="105" actId="20577"/>
          <ac:spMkLst>
            <pc:docMk/>
            <pc:sldMk cId="0" sldId="257"/>
            <ac:spMk id="19" creationId="{00000000-0000-0000-0000-000000000000}"/>
          </ac:spMkLst>
        </pc:spChg>
        <pc:spChg chg="mod">
          <ac:chgData name="윤지 김" userId="5f9cd1682c02af93" providerId="LiveId" clId="{B2DADBF2-033E-4B2D-BB86-80504A99D9C8}" dt="2026-04-28T08:01:56.170" v="183" actId="20577"/>
          <ac:spMkLst>
            <pc:docMk/>
            <pc:sldMk cId="0" sldId="257"/>
            <ac:spMk id="20" creationId="{00000000-0000-0000-0000-000000000000}"/>
          </ac:spMkLst>
        </pc:spChg>
      </pc:sldChg>
      <pc:sldChg chg="addSp delSp modSp mod">
        <pc:chgData name="윤지 김" userId="5f9cd1682c02af93" providerId="LiveId" clId="{B2DADBF2-033E-4B2D-BB86-80504A99D9C8}" dt="2026-04-28T08:09:47.473" v="492" actId="20577"/>
        <pc:sldMkLst>
          <pc:docMk/>
          <pc:sldMk cId="0" sldId="258"/>
        </pc:sldMkLst>
        <pc:spChg chg="del">
          <ac:chgData name="윤지 김" userId="5f9cd1682c02af93" providerId="LiveId" clId="{B2DADBF2-033E-4B2D-BB86-80504A99D9C8}" dt="2026-04-28T08:00:06.605" v="34" actId="478"/>
          <ac:spMkLst>
            <pc:docMk/>
            <pc:sldMk cId="0" sldId="258"/>
            <ac:spMk id="2" creationId="{00000000-0000-0000-0000-000000000000}"/>
          </ac:spMkLst>
        </pc:spChg>
        <pc:spChg chg="mod">
          <ac:chgData name="윤지 김" userId="5f9cd1682c02af93" providerId="LiveId" clId="{B2DADBF2-033E-4B2D-BB86-80504A99D9C8}" dt="2026-04-28T08:09:10.386" v="487" actId="2711"/>
          <ac:spMkLst>
            <pc:docMk/>
            <pc:sldMk cId="0" sldId="258"/>
            <ac:spMk id="5" creationId="{00000000-0000-0000-0000-000000000000}"/>
          </ac:spMkLst>
        </pc:spChg>
        <pc:spChg chg="mod">
          <ac:chgData name="윤지 김" userId="5f9cd1682c02af93" providerId="LiveId" clId="{B2DADBF2-033E-4B2D-BB86-80504A99D9C8}" dt="2026-04-28T08:09:26.453" v="488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윤지 김" userId="5f9cd1682c02af93" providerId="LiveId" clId="{B2DADBF2-033E-4B2D-BB86-80504A99D9C8}" dt="2026-04-28T08:09:26.453" v="488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윤지 김" userId="5f9cd1682c02af93" providerId="LiveId" clId="{B2DADBF2-033E-4B2D-BB86-80504A99D9C8}" dt="2026-04-28T08:09:33.343" v="489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윤지 김" userId="5f9cd1682c02af93" providerId="LiveId" clId="{B2DADBF2-033E-4B2D-BB86-80504A99D9C8}" dt="2026-04-28T08:09:10.386" v="487" actId="2711"/>
          <ac:spMkLst>
            <pc:docMk/>
            <pc:sldMk cId="0" sldId="258"/>
            <ac:spMk id="10" creationId="{00000000-0000-0000-0000-000000000000}"/>
          </ac:spMkLst>
        </pc:spChg>
        <pc:spChg chg="mod">
          <ac:chgData name="윤지 김" userId="5f9cd1682c02af93" providerId="LiveId" clId="{B2DADBF2-033E-4B2D-BB86-80504A99D9C8}" dt="2026-04-28T08:09:26.453" v="488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윤지 김" userId="5f9cd1682c02af93" providerId="LiveId" clId="{B2DADBF2-033E-4B2D-BB86-80504A99D9C8}" dt="2026-04-28T08:09:26.453" v="488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윤지 김" userId="5f9cd1682c02af93" providerId="LiveId" clId="{B2DADBF2-033E-4B2D-BB86-80504A99D9C8}" dt="2026-04-28T08:09:26.453" v="488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윤지 김" userId="5f9cd1682c02af93" providerId="LiveId" clId="{B2DADBF2-033E-4B2D-BB86-80504A99D9C8}" dt="2026-04-28T08:09:33.343" v="489" actId="107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윤지 김" userId="5f9cd1682c02af93" providerId="LiveId" clId="{B2DADBF2-033E-4B2D-BB86-80504A99D9C8}" dt="2026-04-28T08:09:26.453" v="488" actId="107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윤지 김" userId="5f9cd1682c02af93" providerId="LiveId" clId="{B2DADBF2-033E-4B2D-BB86-80504A99D9C8}" dt="2026-04-28T08:09:26.453" v="488" actId="107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윤지 김" userId="5f9cd1682c02af93" providerId="LiveId" clId="{B2DADBF2-033E-4B2D-BB86-80504A99D9C8}" dt="2026-04-28T08:09:10.386" v="487" actId="2711"/>
          <ac:spMkLst>
            <pc:docMk/>
            <pc:sldMk cId="0" sldId="258"/>
            <ac:spMk id="18" creationId="{00000000-0000-0000-0000-000000000000}"/>
          </ac:spMkLst>
        </pc:spChg>
        <pc:spChg chg="mod">
          <ac:chgData name="윤지 김" userId="5f9cd1682c02af93" providerId="LiveId" clId="{B2DADBF2-033E-4B2D-BB86-80504A99D9C8}" dt="2026-04-28T08:09:33.343" v="489" actId="1076"/>
          <ac:spMkLst>
            <pc:docMk/>
            <pc:sldMk cId="0" sldId="258"/>
            <ac:spMk id="19" creationId="{00000000-0000-0000-0000-000000000000}"/>
          </ac:spMkLst>
        </pc:spChg>
        <pc:spChg chg="mod">
          <ac:chgData name="윤지 김" userId="5f9cd1682c02af93" providerId="LiveId" clId="{B2DADBF2-033E-4B2D-BB86-80504A99D9C8}" dt="2026-04-28T08:09:10.386" v="487" actId="2711"/>
          <ac:spMkLst>
            <pc:docMk/>
            <pc:sldMk cId="0" sldId="258"/>
            <ac:spMk id="20" creationId="{00000000-0000-0000-0000-000000000000}"/>
          </ac:spMkLst>
        </pc:spChg>
        <pc:spChg chg="mod">
          <ac:chgData name="윤지 김" userId="5f9cd1682c02af93" providerId="LiveId" clId="{B2DADBF2-033E-4B2D-BB86-80504A99D9C8}" dt="2026-04-28T08:09:26.453" v="488" actId="1076"/>
          <ac:spMkLst>
            <pc:docMk/>
            <pc:sldMk cId="0" sldId="258"/>
            <ac:spMk id="23" creationId="{00000000-0000-0000-0000-000000000000}"/>
          </ac:spMkLst>
        </pc:spChg>
        <pc:spChg chg="del">
          <ac:chgData name="윤지 김" userId="5f9cd1682c02af93" providerId="LiveId" clId="{B2DADBF2-033E-4B2D-BB86-80504A99D9C8}" dt="2026-04-28T08:09:40.786" v="490" actId="478"/>
          <ac:spMkLst>
            <pc:docMk/>
            <pc:sldMk cId="0" sldId="258"/>
            <ac:spMk id="24" creationId="{00000000-0000-0000-0000-000000000000}"/>
          </ac:spMkLst>
        </pc:spChg>
        <pc:spChg chg="del">
          <ac:chgData name="윤지 김" userId="5f9cd1682c02af93" providerId="LiveId" clId="{B2DADBF2-033E-4B2D-BB86-80504A99D9C8}" dt="2026-04-28T08:09:43.215" v="491" actId="478"/>
          <ac:spMkLst>
            <pc:docMk/>
            <pc:sldMk cId="0" sldId="258"/>
            <ac:spMk id="25" creationId="{00000000-0000-0000-0000-000000000000}"/>
          </ac:spMkLst>
        </pc:spChg>
        <pc:spChg chg="add mod">
          <ac:chgData name="윤지 김" userId="5f9cd1682c02af93" providerId="LiveId" clId="{B2DADBF2-033E-4B2D-BB86-80504A99D9C8}" dt="2026-04-28T08:09:47.473" v="492" actId="20577"/>
          <ac:spMkLst>
            <pc:docMk/>
            <pc:sldMk cId="0" sldId="258"/>
            <ac:spMk id="26" creationId="{A1472B14-EF28-3D71-3F51-2A7E2944E834}"/>
          </ac:spMkLst>
        </pc:spChg>
      </pc:sldChg>
      <pc:sldChg chg="addSp delSp modSp mod ord">
        <pc:chgData name="윤지 김" userId="5f9cd1682c02af93" providerId="LiveId" clId="{B2DADBF2-033E-4B2D-BB86-80504A99D9C8}" dt="2026-04-28T08:20:54.305" v="915" actId="20577"/>
        <pc:sldMkLst>
          <pc:docMk/>
          <pc:sldMk cId="0" sldId="259"/>
        </pc:sldMkLst>
        <pc:spChg chg="del">
          <ac:chgData name="윤지 김" userId="5f9cd1682c02af93" providerId="LiveId" clId="{B2DADBF2-033E-4B2D-BB86-80504A99D9C8}" dt="2026-04-28T08:00:09.892" v="36" actId="478"/>
          <ac:spMkLst>
            <pc:docMk/>
            <pc:sldMk cId="0" sldId="259"/>
            <ac:spMk id="2" creationId="{00000000-0000-0000-0000-000000000000}"/>
          </ac:spMkLst>
        </pc:spChg>
        <pc:spChg chg="mod">
          <ac:chgData name="윤지 김" userId="5f9cd1682c02af93" providerId="LiveId" clId="{B2DADBF2-033E-4B2D-BB86-80504A99D9C8}" dt="2026-04-28T08:19:37.310" v="768" actId="2711"/>
          <ac:spMkLst>
            <pc:docMk/>
            <pc:sldMk cId="0" sldId="259"/>
            <ac:spMk id="3" creationId="{00000000-0000-0000-0000-000000000000}"/>
          </ac:spMkLst>
        </pc:spChg>
        <pc:spChg chg="mod">
          <ac:chgData name="윤지 김" userId="5f9cd1682c02af93" providerId="LiveId" clId="{B2DADBF2-033E-4B2D-BB86-80504A99D9C8}" dt="2026-04-28T08:20:42.492" v="914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윤지 김" userId="5f9cd1682c02af93" providerId="LiveId" clId="{B2DADBF2-033E-4B2D-BB86-80504A99D9C8}" dt="2026-04-28T08:19:37.310" v="768" actId="2711"/>
          <ac:spMkLst>
            <pc:docMk/>
            <pc:sldMk cId="0" sldId="259"/>
            <ac:spMk id="5" creationId="{00000000-0000-0000-0000-000000000000}"/>
          </ac:spMkLst>
        </pc:spChg>
        <pc:spChg chg="mod">
          <ac:chgData name="윤지 김" userId="5f9cd1682c02af93" providerId="LiveId" clId="{B2DADBF2-033E-4B2D-BB86-80504A99D9C8}" dt="2026-04-28T08:19:37.310" v="768" actId="2711"/>
          <ac:spMkLst>
            <pc:docMk/>
            <pc:sldMk cId="0" sldId="259"/>
            <ac:spMk id="7" creationId="{00000000-0000-0000-0000-000000000000}"/>
          </ac:spMkLst>
        </pc:spChg>
        <pc:spChg chg="mod">
          <ac:chgData name="윤지 김" userId="5f9cd1682c02af93" providerId="LiveId" clId="{B2DADBF2-033E-4B2D-BB86-80504A99D9C8}" dt="2026-04-28T08:19:37.310" v="768" actId="2711"/>
          <ac:spMkLst>
            <pc:docMk/>
            <pc:sldMk cId="0" sldId="259"/>
            <ac:spMk id="8" creationId="{00000000-0000-0000-0000-000000000000}"/>
          </ac:spMkLst>
        </pc:spChg>
        <pc:spChg chg="mod">
          <ac:chgData name="윤지 김" userId="5f9cd1682c02af93" providerId="LiveId" clId="{B2DADBF2-033E-4B2D-BB86-80504A99D9C8}" dt="2026-04-28T08:19:37.310" v="768" actId="2711"/>
          <ac:spMkLst>
            <pc:docMk/>
            <pc:sldMk cId="0" sldId="259"/>
            <ac:spMk id="9" creationId="{00000000-0000-0000-0000-000000000000}"/>
          </ac:spMkLst>
        </pc:spChg>
        <pc:spChg chg="mod">
          <ac:chgData name="윤지 김" userId="5f9cd1682c02af93" providerId="LiveId" clId="{B2DADBF2-033E-4B2D-BB86-80504A99D9C8}" dt="2026-04-28T08:20:54.305" v="915" actId="20577"/>
          <ac:spMkLst>
            <pc:docMk/>
            <pc:sldMk cId="0" sldId="259"/>
            <ac:spMk id="10" creationId="{00000000-0000-0000-0000-000000000000}"/>
          </ac:spMkLst>
        </pc:spChg>
        <pc:spChg chg="mod">
          <ac:chgData name="윤지 김" userId="5f9cd1682c02af93" providerId="LiveId" clId="{B2DADBF2-033E-4B2D-BB86-80504A99D9C8}" dt="2026-04-28T08:19:37.310" v="768" actId="2711"/>
          <ac:spMkLst>
            <pc:docMk/>
            <pc:sldMk cId="0" sldId="259"/>
            <ac:spMk id="11" creationId="{00000000-0000-0000-0000-000000000000}"/>
          </ac:spMkLst>
        </pc:spChg>
        <pc:spChg chg="mod">
          <ac:chgData name="윤지 김" userId="5f9cd1682c02af93" providerId="LiveId" clId="{B2DADBF2-033E-4B2D-BB86-80504A99D9C8}" dt="2026-04-28T08:19:37.310" v="768" actId="2711"/>
          <ac:spMkLst>
            <pc:docMk/>
            <pc:sldMk cId="0" sldId="259"/>
            <ac:spMk id="12" creationId="{00000000-0000-0000-0000-000000000000}"/>
          </ac:spMkLst>
        </pc:spChg>
        <pc:spChg chg="mod">
          <ac:chgData name="윤지 김" userId="5f9cd1682c02af93" providerId="LiveId" clId="{B2DADBF2-033E-4B2D-BB86-80504A99D9C8}" dt="2026-04-28T08:19:37.310" v="768" actId="2711"/>
          <ac:spMkLst>
            <pc:docMk/>
            <pc:sldMk cId="0" sldId="259"/>
            <ac:spMk id="13" creationId="{00000000-0000-0000-0000-000000000000}"/>
          </ac:spMkLst>
        </pc:spChg>
        <pc:spChg chg="add mod">
          <ac:chgData name="윤지 김" userId="5f9cd1682c02af93" providerId="LiveId" clId="{B2DADBF2-033E-4B2D-BB86-80504A99D9C8}" dt="2026-04-28T08:19:37.310" v="768" actId="2711"/>
          <ac:spMkLst>
            <pc:docMk/>
            <pc:sldMk cId="0" sldId="259"/>
            <ac:spMk id="14" creationId="{08338E07-8A81-EE9C-9440-16C84582B54C}"/>
          </ac:spMkLst>
        </pc:spChg>
      </pc:sldChg>
      <pc:sldChg chg="del">
        <pc:chgData name="윤지 김" userId="5f9cd1682c02af93" providerId="LiveId" clId="{B2DADBF2-033E-4B2D-BB86-80504A99D9C8}" dt="2026-04-28T08:23:40.604" v="1115" actId="47"/>
        <pc:sldMkLst>
          <pc:docMk/>
          <pc:sldMk cId="0" sldId="260"/>
        </pc:sldMkLst>
      </pc:sldChg>
      <pc:sldChg chg="addSp delSp modSp mod">
        <pc:chgData name="윤지 김" userId="5f9cd1682c02af93" providerId="LiveId" clId="{B2DADBF2-033E-4B2D-BB86-80504A99D9C8}" dt="2026-04-28T08:28:10.145" v="1203" actId="2711"/>
        <pc:sldMkLst>
          <pc:docMk/>
          <pc:sldMk cId="0" sldId="261"/>
        </pc:sldMkLst>
        <pc:spChg chg="del">
          <ac:chgData name="윤지 김" userId="5f9cd1682c02af93" providerId="LiveId" clId="{B2DADBF2-033E-4B2D-BB86-80504A99D9C8}" dt="2026-04-28T08:26:42.428" v="1117" actId="478"/>
          <ac:spMkLst>
            <pc:docMk/>
            <pc:sldMk cId="0" sldId="261"/>
            <ac:spMk id="2" creationId="{00000000-0000-0000-0000-000000000000}"/>
          </ac:spMkLst>
        </pc:spChg>
        <pc:spChg chg="mod">
          <ac:chgData name="윤지 김" userId="5f9cd1682c02af93" providerId="LiveId" clId="{B2DADBF2-033E-4B2D-BB86-80504A99D9C8}" dt="2026-04-28T08:28:10.145" v="1203" actId="2711"/>
          <ac:spMkLst>
            <pc:docMk/>
            <pc:sldMk cId="0" sldId="261"/>
            <ac:spMk id="3" creationId="{00000000-0000-0000-0000-000000000000}"/>
          </ac:spMkLst>
        </pc:spChg>
        <pc:spChg chg="mod">
          <ac:chgData name="윤지 김" userId="5f9cd1682c02af93" providerId="LiveId" clId="{B2DADBF2-033E-4B2D-BB86-80504A99D9C8}" dt="2026-04-28T08:28:10.145" v="1203" actId="2711"/>
          <ac:spMkLst>
            <pc:docMk/>
            <pc:sldMk cId="0" sldId="261"/>
            <ac:spMk id="4" creationId="{00000000-0000-0000-0000-000000000000}"/>
          </ac:spMkLst>
        </pc:spChg>
        <pc:spChg chg="mod">
          <ac:chgData name="윤지 김" userId="5f9cd1682c02af93" providerId="LiveId" clId="{B2DADBF2-033E-4B2D-BB86-80504A99D9C8}" dt="2026-04-28T08:28:10.145" v="1203" actId="2711"/>
          <ac:spMkLst>
            <pc:docMk/>
            <pc:sldMk cId="0" sldId="261"/>
            <ac:spMk id="5" creationId="{00000000-0000-0000-0000-000000000000}"/>
          </ac:spMkLst>
        </pc:spChg>
        <pc:spChg chg="mod">
          <ac:chgData name="윤지 김" userId="5f9cd1682c02af93" providerId="LiveId" clId="{B2DADBF2-033E-4B2D-BB86-80504A99D9C8}" dt="2026-04-28T08:28:10.145" v="1203" actId="2711"/>
          <ac:spMkLst>
            <pc:docMk/>
            <pc:sldMk cId="0" sldId="261"/>
            <ac:spMk id="6" creationId="{00000000-0000-0000-0000-000000000000}"/>
          </ac:spMkLst>
        </pc:spChg>
        <pc:spChg chg="mod">
          <ac:chgData name="윤지 김" userId="5f9cd1682c02af93" providerId="LiveId" clId="{B2DADBF2-033E-4B2D-BB86-80504A99D9C8}" dt="2026-04-28T08:28:10.145" v="1203" actId="2711"/>
          <ac:spMkLst>
            <pc:docMk/>
            <pc:sldMk cId="0" sldId="261"/>
            <ac:spMk id="7" creationId="{00000000-0000-0000-0000-000000000000}"/>
          </ac:spMkLst>
        </pc:spChg>
        <pc:spChg chg="mod">
          <ac:chgData name="윤지 김" userId="5f9cd1682c02af93" providerId="LiveId" clId="{B2DADBF2-033E-4B2D-BB86-80504A99D9C8}" dt="2026-04-28T08:28:10.145" v="1203" actId="2711"/>
          <ac:spMkLst>
            <pc:docMk/>
            <pc:sldMk cId="0" sldId="261"/>
            <ac:spMk id="8" creationId="{00000000-0000-0000-0000-000000000000}"/>
          </ac:spMkLst>
        </pc:spChg>
        <pc:spChg chg="mod">
          <ac:chgData name="윤지 김" userId="5f9cd1682c02af93" providerId="LiveId" clId="{B2DADBF2-033E-4B2D-BB86-80504A99D9C8}" dt="2026-04-28T08:28:10.145" v="1203" actId="2711"/>
          <ac:spMkLst>
            <pc:docMk/>
            <pc:sldMk cId="0" sldId="261"/>
            <ac:spMk id="9" creationId="{00000000-0000-0000-0000-000000000000}"/>
          </ac:spMkLst>
        </pc:spChg>
        <pc:spChg chg="add mod">
          <ac:chgData name="윤지 김" userId="5f9cd1682c02af93" providerId="LiveId" clId="{B2DADBF2-033E-4B2D-BB86-80504A99D9C8}" dt="2026-04-28T08:28:10.145" v="1203" actId="2711"/>
          <ac:spMkLst>
            <pc:docMk/>
            <pc:sldMk cId="0" sldId="261"/>
            <ac:spMk id="10" creationId="{7A5360C6-D711-9A2B-E9F4-43B2B3D5DD28}"/>
          </ac:spMkLst>
        </pc:spChg>
      </pc:sldChg>
      <pc:sldChg chg="addSp delSp modSp mod">
        <pc:chgData name="윤지 김" userId="5f9cd1682c02af93" providerId="LiveId" clId="{B2DADBF2-033E-4B2D-BB86-80504A99D9C8}" dt="2026-04-28T08:28:05.836" v="1202" actId="2711"/>
        <pc:sldMkLst>
          <pc:docMk/>
          <pc:sldMk cId="0" sldId="262"/>
        </pc:sldMkLst>
        <pc:spChg chg="del">
          <ac:chgData name="윤지 김" userId="5f9cd1682c02af93" providerId="LiveId" clId="{B2DADBF2-033E-4B2D-BB86-80504A99D9C8}" dt="2026-04-28T08:26:46.093" v="1119" actId="478"/>
          <ac:spMkLst>
            <pc:docMk/>
            <pc:sldMk cId="0" sldId="262"/>
            <ac:spMk id="2" creationId="{00000000-0000-0000-0000-000000000000}"/>
          </ac:spMkLst>
        </pc:spChg>
        <pc:spChg chg="mod">
          <ac:chgData name="윤지 김" userId="5f9cd1682c02af93" providerId="LiveId" clId="{B2DADBF2-033E-4B2D-BB86-80504A99D9C8}" dt="2026-04-28T08:28:05.836" v="1202" actId="2711"/>
          <ac:spMkLst>
            <pc:docMk/>
            <pc:sldMk cId="0" sldId="262"/>
            <ac:spMk id="4" creationId="{00000000-0000-0000-0000-000000000000}"/>
          </ac:spMkLst>
        </pc:spChg>
        <pc:spChg chg="mod">
          <ac:chgData name="윤지 김" userId="5f9cd1682c02af93" providerId="LiveId" clId="{B2DADBF2-033E-4B2D-BB86-80504A99D9C8}" dt="2026-04-28T08:28:05.836" v="1202" actId="2711"/>
          <ac:spMkLst>
            <pc:docMk/>
            <pc:sldMk cId="0" sldId="262"/>
            <ac:spMk id="6" creationId="{00000000-0000-0000-0000-000000000000}"/>
          </ac:spMkLst>
        </pc:spChg>
        <pc:spChg chg="mod">
          <ac:chgData name="윤지 김" userId="5f9cd1682c02af93" providerId="LiveId" clId="{B2DADBF2-033E-4B2D-BB86-80504A99D9C8}" dt="2026-04-28T08:28:05.836" v="1202" actId="2711"/>
          <ac:spMkLst>
            <pc:docMk/>
            <pc:sldMk cId="0" sldId="262"/>
            <ac:spMk id="9" creationId="{00000000-0000-0000-0000-000000000000}"/>
          </ac:spMkLst>
        </pc:spChg>
        <pc:spChg chg="mod">
          <ac:chgData name="윤지 김" userId="5f9cd1682c02af93" providerId="LiveId" clId="{B2DADBF2-033E-4B2D-BB86-80504A99D9C8}" dt="2026-04-28T08:28:05.836" v="1202" actId="2711"/>
          <ac:spMkLst>
            <pc:docMk/>
            <pc:sldMk cId="0" sldId="262"/>
            <ac:spMk id="11" creationId="{00000000-0000-0000-0000-000000000000}"/>
          </ac:spMkLst>
        </pc:spChg>
        <pc:spChg chg="mod">
          <ac:chgData name="윤지 김" userId="5f9cd1682c02af93" providerId="LiveId" clId="{B2DADBF2-033E-4B2D-BB86-80504A99D9C8}" dt="2026-04-28T08:28:05.836" v="1202" actId="2711"/>
          <ac:spMkLst>
            <pc:docMk/>
            <pc:sldMk cId="0" sldId="262"/>
            <ac:spMk id="12" creationId="{00000000-0000-0000-0000-000000000000}"/>
          </ac:spMkLst>
        </pc:spChg>
        <pc:spChg chg="mod">
          <ac:chgData name="윤지 김" userId="5f9cd1682c02af93" providerId="LiveId" clId="{B2DADBF2-033E-4B2D-BB86-80504A99D9C8}" dt="2026-04-28T08:28:05.836" v="1202" actId="2711"/>
          <ac:spMkLst>
            <pc:docMk/>
            <pc:sldMk cId="0" sldId="262"/>
            <ac:spMk id="13" creationId="{00000000-0000-0000-0000-000000000000}"/>
          </ac:spMkLst>
        </pc:spChg>
        <pc:spChg chg="mod">
          <ac:chgData name="윤지 김" userId="5f9cd1682c02af93" providerId="LiveId" clId="{B2DADBF2-033E-4B2D-BB86-80504A99D9C8}" dt="2026-04-28T08:28:05.836" v="1202" actId="2711"/>
          <ac:spMkLst>
            <pc:docMk/>
            <pc:sldMk cId="0" sldId="262"/>
            <ac:spMk id="17" creationId="{00000000-0000-0000-0000-000000000000}"/>
          </ac:spMkLst>
        </pc:spChg>
        <pc:spChg chg="mod">
          <ac:chgData name="윤지 김" userId="5f9cd1682c02af93" providerId="LiveId" clId="{B2DADBF2-033E-4B2D-BB86-80504A99D9C8}" dt="2026-04-28T08:28:05.836" v="1202" actId="2711"/>
          <ac:spMkLst>
            <pc:docMk/>
            <pc:sldMk cId="0" sldId="262"/>
            <ac:spMk id="18" creationId="{00000000-0000-0000-0000-000000000000}"/>
          </ac:spMkLst>
        </pc:spChg>
        <pc:spChg chg="mod">
          <ac:chgData name="윤지 김" userId="5f9cd1682c02af93" providerId="LiveId" clId="{B2DADBF2-033E-4B2D-BB86-80504A99D9C8}" dt="2026-04-28T08:28:05.836" v="1202" actId="2711"/>
          <ac:spMkLst>
            <pc:docMk/>
            <pc:sldMk cId="0" sldId="262"/>
            <ac:spMk id="24" creationId="{00000000-0000-0000-0000-000000000000}"/>
          </ac:spMkLst>
        </pc:spChg>
        <pc:spChg chg="mod">
          <ac:chgData name="윤지 김" userId="5f9cd1682c02af93" providerId="LiveId" clId="{B2DADBF2-033E-4B2D-BB86-80504A99D9C8}" dt="2026-04-28T08:28:05.836" v="1202" actId="2711"/>
          <ac:spMkLst>
            <pc:docMk/>
            <pc:sldMk cId="0" sldId="262"/>
            <ac:spMk id="27" creationId="{00000000-0000-0000-0000-000000000000}"/>
          </ac:spMkLst>
        </pc:spChg>
        <pc:spChg chg="add mod">
          <ac:chgData name="윤지 김" userId="5f9cd1682c02af93" providerId="LiveId" clId="{B2DADBF2-033E-4B2D-BB86-80504A99D9C8}" dt="2026-04-28T08:27:38.015" v="1168" actId="20577"/>
          <ac:spMkLst>
            <pc:docMk/>
            <pc:sldMk cId="0" sldId="262"/>
            <ac:spMk id="28" creationId="{010DAC62-B03D-507D-E194-9E37C5097997}"/>
          </ac:spMkLst>
        </pc:spChg>
      </pc:sldChg>
      <pc:sldChg chg="addSp delSp modSp mod">
        <pc:chgData name="윤지 김" userId="5f9cd1682c02af93" providerId="LiveId" clId="{B2DADBF2-033E-4B2D-BB86-80504A99D9C8}" dt="2026-04-28T08:27:59.836" v="1201" actId="2711"/>
        <pc:sldMkLst>
          <pc:docMk/>
          <pc:sldMk cId="0" sldId="263"/>
        </pc:sldMkLst>
        <pc:spChg chg="del">
          <ac:chgData name="윤지 김" userId="5f9cd1682c02af93" providerId="LiveId" clId="{B2DADBF2-033E-4B2D-BB86-80504A99D9C8}" dt="2026-04-28T08:26:49.635" v="1121" actId="478"/>
          <ac:spMkLst>
            <pc:docMk/>
            <pc:sldMk cId="0" sldId="263"/>
            <ac:spMk id="2" creationId="{00000000-0000-0000-0000-000000000000}"/>
          </ac:spMkLst>
        </pc:spChg>
        <pc:spChg chg="mod">
          <ac:chgData name="윤지 김" userId="5f9cd1682c02af93" providerId="LiveId" clId="{B2DADBF2-033E-4B2D-BB86-80504A99D9C8}" dt="2026-04-28T08:27:59.836" v="1201" actId="2711"/>
          <ac:spMkLst>
            <pc:docMk/>
            <pc:sldMk cId="0" sldId="263"/>
            <ac:spMk id="6" creationId="{00000000-0000-0000-0000-000000000000}"/>
          </ac:spMkLst>
        </pc:spChg>
        <pc:spChg chg="mod">
          <ac:chgData name="윤지 김" userId="5f9cd1682c02af93" providerId="LiveId" clId="{B2DADBF2-033E-4B2D-BB86-80504A99D9C8}" dt="2026-04-28T08:27:59.836" v="1201" actId="2711"/>
          <ac:spMkLst>
            <pc:docMk/>
            <pc:sldMk cId="0" sldId="263"/>
            <ac:spMk id="9" creationId="{00000000-0000-0000-0000-000000000000}"/>
          </ac:spMkLst>
        </pc:spChg>
        <pc:spChg chg="mod">
          <ac:chgData name="윤지 김" userId="5f9cd1682c02af93" providerId="LiveId" clId="{B2DADBF2-033E-4B2D-BB86-80504A99D9C8}" dt="2026-04-28T08:27:59.836" v="1201" actId="2711"/>
          <ac:spMkLst>
            <pc:docMk/>
            <pc:sldMk cId="0" sldId="263"/>
            <ac:spMk id="10" creationId="{00000000-0000-0000-0000-000000000000}"/>
          </ac:spMkLst>
        </pc:spChg>
        <pc:spChg chg="mod">
          <ac:chgData name="윤지 김" userId="5f9cd1682c02af93" providerId="LiveId" clId="{B2DADBF2-033E-4B2D-BB86-80504A99D9C8}" dt="2026-04-28T08:27:59.836" v="1201" actId="2711"/>
          <ac:spMkLst>
            <pc:docMk/>
            <pc:sldMk cId="0" sldId="263"/>
            <ac:spMk id="11" creationId="{00000000-0000-0000-0000-000000000000}"/>
          </ac:spMkLst>
        </pc:spChg>
        <pc:spChg chg="mod">
          <ac:chgData name="윤지 김" userId="5f9cd1682c02af93" providerId="LiveId" clId="{B2DADBF2-033E-4B2D-BB86-80504A99D9C8}" dt="2026-04-28T08:27:59.836" v="1201" actId="2711"/>
          <ac:spMkLst>
            <pc:docMk/>
            <pc:sldMk cId="0" sldId="263"/>
            <ac:spMk id="12" creationId="{00000000-0000-0000-0000-000000000000}"/>
          </ac:spMkLst>
        </pc:spChg>
        <pc:spChg chg="mod">
          <ac:chgData name="윤지 김" userId="5f9cd1682c02af93" providerId="LiveId" clId="{B2DADBF2-033E-4B2D-BB86-80504A99D9C8}" dt="2026-04-28T08:27:59.836" v="1201" actId="2711"/>
          <ac:spMkLst>
            <pc:docMk/>
            <pc:sldMk cId="0" sldId="263"/>
            <ac:spMk id="15" creationId="{00000000-0000-0000-0000-000000000000}"/>
          </ac:spMkLst>
        </pc:spChg>
        <pc:spChg chg="mod">
          <ac:chgData name="윤지 김" userId="5f9cd1682c02af93" providerId="LiveId" clId="{B2DADBF2-033E-4B2D-BB86-80504A99D9C8}" dt="2026-04-28T08:27:59.836" v="1201" actId="2711"/>
          <ac:spMkLst>
            <pc:docMk/>
            <pc:sldMk cId="0" sldId="263"/>
            <ac:spMk id="21" creationId="{00000000-0000-0000-0000-000000000000}"/>
          </ac:spMkLst>
        </pc:spChg>
        <pc:spChg chg="mod">
          <ac:chgData name="윤지 김" userId="5f9cd1682c02af93" providerId="LiveId" clId="{B2DADBF2-033E-4B2D-BB86-80504A99D9C8}" dt="2026-04-28T08:27:59.836" v="1201" actId="2711"/>
          <ac:spMkLst>
            <pc:docMk/>
            <pc:sldMk cId="0" sldId="263"/>
            <ac:spMk id="22" creationId="{00000000-0000-0000-0000-000000000000}"/>
          </ac:spMkLst>
        </pc:spChg>
        <pc:spChg chg="mod">
          <ac:chgData name="윤지 김" userId="5f9cd1682c02af93" providerId="LiveId" clId="{B2DADBF2-033E-4B2D-BB86-80504A99D9C8}" dt="2026-04-28T08:27:59.836" v="1201" actId="2711"/>
          <ac:spMkLst>
            <pc:docMk/>
            <pc:sldMk cId="0" sldId="263"/>
            <ac:spMk id="23" creationId="{00000000-0000-0000-0000-000000000000}"/>
          </ac:spMkLst>
        </pc:spChg>
        <pc:spChg chg="add mod">
          <ac:chgData name="윤지 김" userId="5f9cd1682c02af93" providerId="LiveId" clId="{B2DADBF2-033E-4B2D-BB86-80504A99D9C8}" dt="2026-04-28T08:27:59.836" v="1201" actId="2711"/>
          <ac:spMkLst>
            <pc:docMk/>
            <pc:sldMk cId="0" sldId="263"/>
            <ac:spMk id="26" creationId="{73A6D9B1-CBED-7F9B-75D5-DC839620B484}"/>
          </ac:spMkLst>
        </pc:spChg>
      </pc:sldChg>
      <pc:sldChg chg="modSp mod">
        <pc:chgData name="윤지 김" userId="5f9cd1682c02af93" providerId="LiveId" clId="{B2DADBF2-033E-4B2D-BB86-80504A99D9C8}" dt="2026-04-28T08:28:17.776" v="1204" actId="2711"/>
        <pc:sldMkLst>
          <pc:docMk/>
          <pc:sldMk cId="0" sldId="264"/>
        </pc:sldMkLst>
        <pc:spChg chg="mod">
          <ac:chgData name="윤지 김" userId="5f9cd1682c02af93" providerId="LiveId" clId="{B2DADBF2-033E-4B2D-BB86-80504A99D9C8}" dt="2026-04-28T08:28:17.776" v="1204" actId="2711"/>
          <ac:spMkLst>
            <pc:docMk/>
            <pc:sldMk cId="0" sldId="264"/>
            <ac:spMk id="2" creationId="{00000000-0000-0000-0000-000000000000}"/>
          </ac:spMkLst>
        </pc:spChg>
        <pc:spChg chg="mod">
          <ac:chgData name="윤지 김" userId="5f9cd1682c02af93" providerId="LiveId" clId="{B2DADBF2-033E-4B2D-BB86-80504A99D9C8}" dt="2026-04-28T08:28:17.776" v="1204" actId="2711"/>
          <ac:spMkLst>
            <pc:docMk/>
            <pc:sldMk cId="0" sldId="264"/>
            <ac:spMk id="3" creationId="{00000000-0000-0000-0000-000000000000}"/>
          </ac:spMkLst>
        </pc:spChg>
        <pc:spChg chg="mod">
          <ac:chgData name="윤지 김" userId="5f9cd1682c02af93" providerId="LiveId" clId="{B2DADBF2-033E-4B2D-BB86-80504A99D9C8}" dt="2026-04-28T08:28:17.776" v="1204" actId="2711"/>
          <ac:spMkLst>
            <pc:docMk/>
            <pc:sldMk cId="0" sldId="264"/>
            <ac:spMk id="4" creationId="{00000000-0000-0000-0000-000000000000}"/>
          </ac:spMkLst>
        </pc:spChg>
      </pc:sldChg>
      <pc:sldChg chg="add del setBg">
        <pc:chgData name="윤지 김" userId="5f9cd1682c02af93" providerId="LiveId" clId="{B2DADBF2-033E-4B2D-BB86-80504A99D9C8}" dt="2026-04-28T07:58:24.873" v="5" actId="47"/>
        <pc:sldMkLst>
          <pc:docMk/>
          <pc:sldMk cId="0" sldId="265"/>
        </pc:sldMkLst>
      </pc:sldChg>
      <pc:sldChg chg="addSp delSp modSp add mod">
        <pc:chgData name="윤지 김" userId="5f9cd1682c02af93" providerId="LiveId" clId="{B2DADBF2-033E-4B2D-BB86-80504A99D9C8}" dt="2026-04-28T08:25:02.467" v="1116" actId="1076"/>
        <pc:sldMkLst>
          <pc:docMk/>
          <pc:sldMk cId="407011309" sldId="265"/>
        </pc:sldMkLst>
        <pc:spChg chg="del">
          <ac:chgData name="윤지 김" userId="5f9cd1682c02af93" providerId="LiveId" clId="{B2DADBF2-033E-4B2D-BB86-80504A99D9C8}" dt="2026-04-28T08:12:40.149" v="530" actId="478"/>
          <ac:spMkLst>
            <pc:docMk/>
            <pc:sldMk cId="407011309" sldId="265"/>
            <ac:spMk id="2" creationId="{F581CA8A-54F1-C24C-1C6B-67DDE7EBB8B3}"/>
          </ac:spMkLst>
        </pc:spChg>
        <pc:spChg chg="del">
          <ac:chgData name="윤지 김" userId="5f9cd1682c02af93" providerId="LiveId" clId="{B2DADBF2-033E-4B2D-BB86-80504A99D9C8}" dt="2026-04-28T08:11:56.180" v="528" actId="478"/>
          <ac:spMkLst>
            <pc:docMk/>
            <pc:sldMk cId="407011309" sldId="265"/>
            <ac:spMk id="3" creationId="{7EFA517F-E766-355E-07DF-88921A887C20}"/>
          </ac:spMkLst>
        </pc:spChg>
        <pc:spChg chg="del">
          <ac:chgData name="윤지 김" userId="5f9cd1682c02af93" providerId="LiveId" clId="{B2DADBF2-033E-4B2D-BB86-80504A99D9C8}" dt="2026-04-28T08:11:56.180" v="528" actId="478"/>
          <ac:spMkLst>
            <pc:docMk/>
            <pc:sldMk cId="407011309" sldId="265"/>
            <ac:spMk id="4" creationId="{F37F8BC1-ADE2-8533-912D-E4C4D92476BD}"/>
          </ac:spMkLst>
        </pc:spChg>
        <pc:spChg chg="del">
          <ac:chgData name="윤지 김" userId="5f9cd1682c02af93" providerId="LiveId" clId="{B2DADBF2-033E-4B2D-BB86-80504A99D9C8}" dt="2026-04-28T08:11:56.180" v="528" actId="478"/>
          <ac:spMkLst>
            <pc:docMk/>
            <pc:sldMk cId="407011309" sldId="265"/>
            <ac:spMk id="5" creationId="{AB09702E-6174-8D0B-59E6-25022B28BD5A}"/>
          </ac:spMkLst>
        </pc:spChg>
        <pc:spChg chg="del">
          <ac:chgData name="윤지 김" userId="5f9cd1682c02af93" providerId="LiveId" clId="{B2DADBF2-033E-4B2D-BB86-80504A99D9C8}" dt="2026-04-28T08:11:56.180" v="528" actId="478"/>
          <ac:spMkLst>
            <pc:docMk/>
            <pc:sldMk cId="407011309" sldId="265"/>
            <ac:spMk id="7" creationId="{DA548B9F-3325-89D5-16C9-AA802C7035A5}"/>
          </ac:spMkLst>
        </pc:spChg>
        <pc:spChg chg="del">
          <ac:chgData name="윤지 김" userId="5f9cd1682c02af93" providerId="LiveId" clId="{B2DADBF2-033E-4B2D-BB86-80504A99D9C8}" dt="2026-04-28T08:11:56.180" v="528" actId="478"/>
          <ac:spMkLst>
            <pc:docMk/>
            <pc:sldMk cId="407011309" sldId="265"/>
            <ac:spMk id="8" creationId="{C1665F79-DCF4-50F4-9A64-BE4462E7740B}"/>
          </ac:spMkLst>
        </pc:spChg>
        <pc:spChg chg="del">
          <ac:chgData name="윤지 김" userId="5f9cd1682c02af93" providerId="LiveId" clId="{B2DADBF2-033E-4B2D-BB86-80504A99D9C8}" dt="2026-04-28T08:11:56.180" v="528" actId="478"/>
          <ac:spMkLst>
            <pc:docMk/>
            <pc:sldMk cId="407011309" sldId="265"/>
            <ac:spMk id="9" creationId="{EBA88B95-0044-FBC6-5984-9FAC29B2BB56}"/>
          </ac:spMkLst>
        </pc:spChg>
        <pc:spChg chg="del">
          <ac:chgData name="윤지 김" userId="5f9cd1682c02af93" providerId="LiveId" clId="{B2DADBF2-033E-4B2D-BB86-80504A99D9C8}" dt="2026-04-28T08:11:56.180" v="528" actId="478"/>
          <ac:spMkLst>
            <pc:docMk/>
            <pc:sldMk cId="407011309" sldId="265"/>
            <ac:spMk id="10" creationId="{7AF86C70-230E-E956-9E0D-2008EDA1253F}"/>
          </ac:spMkLst>
        </pc:spChg>
        <pc:spChg chg="del">
          <ac:chgData name="윤지 김" userId="5f9cd1682c02af93" providerId="LiveId" clId="{B2DADBF2-033E-4B2D-BB86-80504A99D9C8}" dt="2026-04-28T08:11:56.180" v="528" actId="478"/>
          <ac:spMkLst>
            <pc:docMk/>
            <pc:sldMk cId="407011309" sldId="265"/>
            <ac:spMk id="12" creationId="{F362C0A4-7AF4-E373-0330-46FBF4715DE4}"/>
          </ac:spMkLst>
        </pc:spChg>
        <pc:spChg chg="del">
          <ac:chgData name="윤지 김" userId="5f9cd1682c02af93" providerId="LiveId" clId="{B2DADBF2-033E-4B2D-BB86-80504A99D9C8}" dt="2026-04-28T08:11:56.180" v="528" actId="478"/>
          <ac:spMkLst>
            <pc:docMk/>
            <pc:sldMk cId="407011309" sldId="265"/>
            <ac:spMk id="13" creationId="{7CB959E8-7936-1E07-5A75-5FF5AC5AEAF3}"/>
          </ac:spMkLst>
        </pc:spChg>
        <pc:spChg chg="del">
          <ac:chgData name="윤지 김" userId="5f9cd1682c02af93" providerId="LiveId" clId="{B2DADBF2-033E-4B2D-BB86-80504A99D9C8}" dt="2026-04-28T08:11:56.180" v="528" actId="478"/>
          <ac:spMkLst>
            <pc:docMk/>
            <pc:sldMk cId="407011309" sldId="265"/>
            <ac:spMk id="14" creationId="{B697E584-EA41-F5E3-5114-EE291DF1F7B4}"/>
          </ac:spMkLst>
        </pc:spChg>
        <pc:spChg chg="mod">
          <ac:chgData name="윤지 김" userId="5f9cd1682c02af93" providerId="LiveId" clId="{B2DADBF2-033E-4B2D-BB86-80504A99D9C8}" dt="2026-04-28T08:14:46.899" v="553" actId="1076"/>
          <ac:spMkLst>
            <pc:docMk/>
            <pc:sldMk cId="407011309" sldId="265"/>
            <ac:spMk id="15" creationId="{55770321-35E2-6C3F-D85A-3AA7D5444283}"/>
          </ac:spMkLst>
        </pc:spChg>
        <pc:spChg chg="mod">
          <ac:chgData name="윤지 김" userId="5f9cd1682c02af93" providerId="LiveId" clId="{B2DADBF2-033E-4B2D-BB86-80504A99D9C8}" dt="2026-04-28T08:23:25.148" v="1114" actId="20577"/>
          <ac:spMkLst>
            <pc:docMk/>
            <pc:sldMk cId="407011309" sldId="265"/>
            <ac:spMk id="16" creationId="{82D8D895-5494-F344-5C3D-520E6A6BCDFC}"/>
          </ac:spMkLst>
        </pc:spChg>
        <pc:spChg chg="del mod">
          <ac:chgData name="윤지 김" userId="5f9cd1682c02af93" providerId="LiveId" clId="{B2DADBF2-033E-4B2D-BB86-80504A99D9C8}" dt="2026-04-28T08:13:11.116" v="537" actId="478"/>
          <ac:spMkLst>
            <pc:docMk/>
            <pc:sldMk cId="407011309" sldId="265"/>
            <ac:spMk id="17" creationId="{7CC9A83A-F9A0-1997-B909-04866134DAB1}"/>
          </ac:spMkLst>
        </pc:spChg>
        <pc:spChg chg="mod">
          <ac:chgData name="윤지 김" userId="5f9cd1682c02af93" providerId="LiveId" clId="{B2DADBF2-033E-4B2D-BB86-80504A99D9C8}" dt="2026-04-28T08:17:58.958" v="717" actId="1076"/>
          <ac:spMkLst>
            <pc:docMk/>
            <pc:sldMk cId="407011309" sldId="265"/>
            <ac:spMk id="18" creationId="{4A627D97-3F04-E6A4-8282-F5E3C5BE2F21}"/>
          </ac:spMkLst>
        </pc:spChg>
        <pc:spChg chg="mod">
          <ac:chgData name="윤지 김" userId="5f9cd1682c02af93" providerId="LiveId" clId="{B2DADBF2-033E-4B2D-BB86-80504A99D9C8}" dt="2026-04-28T08:18:25.777" v="721" actId="1076"/>
          <ac:spMkLst>
            <pc:docMk/>
            <pc:sldMk cId="407011309" sldId="265"/>
            <ac:spMk id="19" creationId="{462ED8C0-77A7-1AAE-A15A-72B05F25ABD5}"/>
          </ac:spMkLst>
        </pc:spChg>
        <pc:spChg chg="mod">
          <ac:chgData name="윤지 김" userId="5f9cd1682c02af93" providerId="LiveId" clId="{B2DADBF2-033E-4B2D-BB86-80504A99D9C8}" dt="2026-04-28T08:18:25.777" v="721" actId="1076"/>
          <ac:spMkLst>
            <pc:docMk/>
            <pc:sldMk cId="407011309" sldId="265"/>
            <ac:spMk id="20" creationId="{1F9AFCB0-7D6B-4748-C2E8-F85D815B4444}"/>
          </ac:spMkLst>
        </pc:spChg>
        <pc:spChg chg="mod">
          <ac:chgData name="윤지 김" userId="5f9cd1682c02af93" providerId="LiveId" clId="{B2DADBF2-033E-4B2D-BB86-80504A99D9C8}" dt="2026-04-28T08:23:06.849" v="1038" actId="20577"/>
          <ac:spMkLst>
            <pc:docMk/>
            <pc:sldMk cId="407011309" sldId="265"/>
            <ac:spMk id="21" creationId="{B08446CC-135E-1BA4-3A6D-8EAC686D73CB}"/>
          </ac:spMkLst>
        </pc:spChg>
        <pc:spChg chg="mod">
          <ac:chgData name="윤지 김" userId="5f9cd1682c02af93" providerId="LiveId" clId="{B2DADBF2-033E-4B2D-BB86-80504A99D9C8}" dt="2026-04-28T08:18:25.777" v="721" actId="1076"/>
          <ac:spMkLst>
            <pc:docMk/>
            <pc:sldMk cId="407011309" sldId="265"/>
            <ac:spMk id="23" creationId="{D6069D24-D62E-F5CE-D595-72B1C71961EC}"/>
          </ac:spMkLst>
        </pc:spChg>
        <pc:spChg chg="add mod">
          <ac:chgData name="윤지 김" userId="5f9cd1682c02af93" providerId="LiveId" clId="{B2DADBF2-033E-4B2D-BB86-80504A99D9C8}" dt="2026-04-28T08:18:25.777" v="721" actId="1076"/>
          <ac:spMkLst>
            <pc:docMk/>
            <pc:sldMk cId="407011309" sldId="265"/>
            <ac:spMk id="24" creationId="{9AB3827E-AB52-EDE6-5792-303C789C7029}"/>
          </ac:spMkLst>
        </pc:spChg>
        <pc:spChg chg="mod">
          <ac:chgData name="윤지 김" userId="5f9cd1682c02af93" providerId="LiveId" clId="{B2DADBF2-033E-4B2D-BB86-80504A99D9C8}" dt="2026-04-28T08:14:56.602" v="555" actId="2711"/>
          <ac:spMkLst>
            <pc:docMk/>
            <pc:sldMk cId="407011309" sldId="265"/>
            <ac:spMk id="25" creationId="{47577274-B80C-9C8D-4B6A-5BB9FD0AFA19}"/>
          </ac:spMkLst>
        </pc:spChg>
        <pc:spChg chg="mod">
          <ac:chgData name="윤지 김" userId="5f9cd1682c02af93" providerId="LiveId" clId="{B2DADBF2-033E-4B2D-BB86-80504A99D9C8}" dt="2026-04-28T08:14:56.602" v="555" actId="2711"/>
          <ac:spMkLst>
            <pc:docMk/>
            <pc:sldMk cId="407011309" sldId="265"/>
            <ac:spMk id="26" creationId="{CB1B3BA6-528E-4732-80E1-C85B0FB5056D}"/>
          </ac:spMkLst>
        </pc:spChg>
        <pc:spChg chg="mod">
          <ac:chgData name="윤지 김" userId="5f9cd1682c02af93" providerId="LiveId" clId="{B2DADBF2-033E-4B2D-BB86-80504A99D9C8}" dt="2026-04-28T08:18:25.777" v="721" actId="1076"/>
          <ac:spMkLst>
            <pc:docMk/>
            <pc:sldMk cId="407011309" sldId="265"/>
            <ac:spMk id="27" creationId="{B00C0BAE-EFC8-F540-B150-18C57AAA0382}"/>
          </ac:spMkLst>
        </pc:spChg>
        <pc:spChg chg="mod">
          <ac:chgData name="윤지 김" userId="5f9cd1682c02af93" providerId="LiveId" clId="{B2DADBF2-033E-4B2D-BB86-80504A99D9C8}" dt="2026-04-28T08:18:25.777" v="721" actId="1076"/>
          <ac:spMkLst>
            <pc:docMk/>
            <pc:sldMk cId="407011309" sldId="265"/>
            <ac:spMk id="28" creationId="{930067C1-5945-6159-CE29-9F1F2CFF70CF}"/>
          </ac:spMkLst>
        </pc:spChg>
        <pc:spChg chg="mod">
          <ac:chgData name="윤지 김" userId="5f9cd1682c02af93" providerId="LiveId" clId="{B2DADBF2-033E-4B2D-BB86-80504A99D9C8}" dt="2026-04-28T08:18:25.777" v="721" actId="1076"/>
          <ac:spMkLst>
            <pc:docMk/>
            <pc:sldMk cId="407011309" sldId="265"/>
            <ac:spMk id="29" creationId="{7AECACE2-27D1-0C4C-BA9C-37D3BEE474D3}"/>
          </ac:spMkLst>
        </pc:spChg>
        <pc:spChg chg="add mod">
          <ac:chgData name="윤지 김" userId="5f9cd1682c02af93" providerId="LiveId" clId="{B2DADBF2-033E-4B2D-BB86-80504A99D9C8}" dt="2026-04-28T08:13:08.079" v="535" actId="1076"/>
          <ac:spMkLst>
            <pc:docMk/>
            <pc:sldMk cId="407011309" sldId="265"/>
            <ac:spMk id="30" creationId="{25EE966C-A366-DFC0-A6E0-704BB917EDDD}"/>
          </ac:spMkLst>
        </pc:spChg>
        <pc:spChg chg="add del mod">
          <ac:chgData name="윤지 김" userId="5f9cd1682c02af93" providerId="LiveId" clId="{B2DADBF2-033E-4B2D-BB86-80504A99D9C8}" dt="2026-04-28T08:18:25.777" v="721" actId="1076"/>
          <ac:spMkLst>
            <pc:docMk/>
            <pc:sldMk cId="407011309" sldId="265"/>
            <ac:spMk id="31" creationId="{C4867388-E4AE-950E-4FF5-87BE6B3ECD4C}"/>
          </ac:spMkLst>
        </pc:spChg>
        <pc:spChg chg="add mod">
          <ac:chgData name="윤지 김" userId="5f9cd1682c02af93" providerId="LiveId" clId="{B2DADBF2-033E-4B2D-BB86-80504A99D9C8}" dt="2026-04-28T08:18:08.580" v="718" actId="1076"/>
          <ac:spMkLst>
            <pc:docMk/>
            <pc:sldMk cId="407011309" sldId="265"/>
            <ac:spMk id="32" creationId="{3AFDCCB9-A942-07EC-FCFD-902CCE96324F}"/>
          </ac:spMkLst>
        </pc:spChg>
        <pc:spChg chg="add mod">
          <ac:chgData name="윤지 김" userId="5f9cd1682c02af93" providerId="LiveId" clId="{B2DADBF2-033E-4B2D-BB86-80504A99D9C8}" dt="2026-04-28T08:18:25.777" v="721" actId="1076"/>
          <ac:spMkLst>
            <pc:docMk/>
            <pc:sldMk cId="407011309" sldId="265"/>
            <ac:spMk id="33" creationId="{4F406123-F172-AA0F-98BB-A37B3A82D032}"/>
          </ac:spMkLst>
        </pc:spChg>
        <pc:spChg chg="add del mod">
          <ac:chgData name="윤지 김" userId="5f9cd1682c02af93" providerId="LiveId" clId="{B2DADBF2-033E-4B2D-BB86-80504A99D9C8}" dt="2026-04-28T08:17:23.487" v="679" actId="478"/>
          <ac:spMkLst>
            <pc:docMk/>
            <pc:sldMk cId="407011309" sldId="265"/>
            <ac:spMk id="34" creationId="{4327FC77-7503-CBBB-A064-26E351A821F0}"/>
          </ac:spMkLst>
        </pc:spChg>
        <pc:spChg chg="add del mod">
          <ac:chgData name="윤지 김" userId="5f9cd1682c02af93" providerId="LiveId" clId="{B2DADBF2-033E-4B2D-BB86-80504A99D9C8}" dt="2026-04-28T08:17:23.487" v="679" actId="478"/>
          <ac:spMkLst>
            <pc:docMk/>
            <pc:sldMk cId="407011309" sldId="265"/>
            <ac:spMk id="35" creationId="{6A2CBDC6-BB1A-F622-2FEF-2EF07D0555D4}"/>
          </ac:spMkLst>
        </pc:spChg>
        <pc:spChg chg="add del mod">
          <ac:chgData name="윤지 김" userId="5f9cd1682c02af93" providerId="LiveId" clId="{B2DADBF2-033E-4B2D-BB86-80504A99D9C8}" dt="2026-04-28T08:17:23.487" v="679" actId="478"/>
          <ac:spMkLst>
            <pc:docMk/>
            <pc:sldMk cId="407011309" sldId="265"/>
            <ac:spMk id="36" creationId="{A8369B81-458A-75A9-CBD4-37502DF8686D}"/>
          </ac:spMkLst>
        </pc:spChg>
        <pc:spChg chg="mod">
          <ac:chgData name="윤지 김" userId="5f9cd1682c02af93" providerId="LiveId" clId="{B2DADBF2-033E-4B2D-BB86-80504A99D9C8}" dt="2026-04-28T08:25:02.467" v="1116" actId="1076"/>
          <ac:spMkLst>
            <pc:docMk/>
            <pc:sldMk cId="407011309" sldId="265"/>
            <ac:spMk id="39" creationId="{A15ED3AF-B4A4-2AD9-66D0-4DC032C4BDC6}"/>
          </ac:spMkLst>
        </pc:spChg>
        <pc:spChg chg="mod">
          <ac:chgData name="윤지 김" userId="5f9cd1682c02af93" providerId="LiveId" clId="{B2DADBF2-033E-4B2D-BB86-80504A99D9C8}" dt="2026-04-28T08:13:27.584" v="540" actId="1076"/>
          <ac:spMkLst>
            <pc:docMk/>
            <pc:sldMk cId="407011309" sldId="265"/>
            <ac:spMk id="40" creationId="{942910C0-67C7-B91E-3F20-DDA10063303A}"/>
          </ac:spMkLst>
        </pc:spChg>
        <pc:spChg chg="mod">
          <ac:chgData name="윤지 김" userId="5f9cd1682c02af93" providerId="LiveId" clId="{B2DADBF2-033E-4B2D-BB86-80504A99D9C8}" dt="2026-04-28T08:13:27.584" v="540" actId="1076"/>
          <ac:spMkLst>
            <pc:docMk/>
            <pc:sldMk cId="407011309" sldId="265"/>
            <ac:spMk id="41" creationId="{F7B7AE55-3421-B2E5-FDEA-BE1B8980A7A9}"/>
          </ac:spMkLst>
        </pc:spChg>
        <pc:spChg chg="mod">
          <ac:chgData name="윤지 김" userId="5f9cd1682c02af93" providerId="LiveId" clId="{B2DADBF2-033E-4B2D-BB86-80504A99D9C8}" dt="2026-04-28T08:25:02.467" v="1116" actId="1076"/>
          <ac:spMkLst>
            <pc:docMk/>
            <pc:sldMk cId="407011309" sldId="265"/>
            <ac:spMk id="42" creationId="{E3088ECD-2830-6418-B3DA-5CB474DD6AB9}"/>
          </ac:spMkLst>
        </pc:spChg>
        <pc:spChg chg="mod">
          <ac:chgData name="윤지 김" userId="5f9cd1682c02af93" providerId="LiveId" clId="{B2DADBF2-033E-4B2D-BB86-80504A99D9C8}" dt="2026-04-28T08:25:02.467" v="1116" actId="1076"/>
          <ac:spMkLst>
            <pc:docMk/>
            <pc:sldMk cId="407011309" sldId="265"/>
            <ac:spMk id="43" creationId="{AAFE6135-0E40-8866-5A70-079893B1E8E0}"/>
          </ac:spMkLst>
        </pc:spChg>
        <pc:spChg chg="add mod">
          <ac:chgData name="윤지 김" userId="5f9cd1682c02af93" providerId="LiveId" clId="{B2DADBF2-033E-4B2D-BB86-80504A99D9C8}" dt="2026-04-28T08:25:02.467" v="1116" actId="1076"/>
          <ac:spMkLst>
            <pc:docMk/>
            <pc:sldMk cId="407011309" sldId="265"/>
            <ac:spMk id="44" creationId="{44BC3F90-4A5F-2928-637E-A871875709F9}"/>
          </ac:spMkLst>
        </pc:spChg>
        <pc:spChg chg="mod">
          <ac:chgData name="윤지 김" userId="5f9cd1682c02af93" providerId="LiveId" clId="{B2DADBF2-033E-4B2D-BB86-80504A99D9C8}" dt="2026-04-28T08:25:02.467" v="1116" actId="1076"/>
          <ac:spMkLst>
            <pc:docMk/>
            <pc:sldMk cId="407011309" sldId="265"/>
            <ac:spMk id="45" creationId="{C2CC1977-2737-B719-4A0A-09CD678B422B}"/>
          </ac:spMkLst>
        </pc:spChg>
        <pc:spChg chg="del">
          <ac:chgData name="윤지 김" userId="5f9cd1682c02af93" providerId="LiveId" clId="{B2DADBF2-033E-4B2D-BB86-80504A99D9C8}" dt="2026-04-28T08:13:29.903" v="541" actId="478"/>
          <ac:spMkLst>
            <pc:docMk/>
            <pc:sldMk cId="407011309" sldId="265"/>
            <ac:spMk id="47" creationId="{0B414291-8F81-B90F-D3D4-08E7316BC1C5}"/>
          </ac:spMkLst>
        </pc:spChg>
        <pc:spChg chg="add mod">
          <ac:chgData name="윤지 김" userId="5f9cd1682c02af93" providerId="LiveId" clId="{B2DADBF2-033E-4B2D-BB86-80504A99D9C8}" dt="2026-04-28T08:12:02.736" v="529"/>
          <ac:spMkLst>
            <pc:docMk/>
            <pc:sldMk cId="407011309" sldId="265"/>
            <ac:spMk id="49" creationId="{D3DB8E25-4959-1F81-8730-80AB2AC7F169}"/>
          </ac:spMkLst>
        </pc:spChg>
        <pc:spChg chg="mod">
          <ac:chgData name="윤지 김" userId="5f9cd1682c02af93" providerId="LiveId" clId="{B2DADBF2-033E-4B2D-BB86-80504A99D9C8}" dt="2026-04-28T08:13:53.097" v="544" actId="1076"/>
          <ac:spMkLst>
            <pc:docMk/>
            <pc:sldMk cId="407011309" sldId="265"/>
            <ac:spMk id="50" creationId="{0A4E959C-5AE3-3B6A-29EA-21D7C9B4B8A4}"/>
          </ac:spMkLst>
        </pc:spChg>
        <pc:spChg chg="mod">
          <ac:chgData name="윤지 김" userId="5f9cd1682c02af93" providerId="LiveId" clId="{B2DADBF2-033E-4B2D-BB86-80504A99D9C8}" dt="2026-04-28T08:13:53.097" v="544" actId="1076"/>
          <ac:spMkLst>
            <pc:docMk/>
            <pc:sldMk cId="407011309" sldId="265"/>
            <ac:spMk id="51" creationId="{11BE97A8-AA41-4E62-B7E4-EADC912F217F}"/>
          </ac:spMkLst>
        </pc:spChg>
        <pc:spChg chg="add mod">
          <ac:chgData name="윤지 김" userId="5f9cd1682c02af93" providerId="LiveId" clId="{B2DADBF2-033E-4B2D-BB86-80504A99D9C8}" dt="2026-04-28T08:13:53.097" v="544" actId="1076"/>
          <ac:spMkLst>
            <pc:docMk/>
            <pc:sldMk cId="407011309" sldId="265"/>
            <ac:spMk id="53" creationId="{707F34AA-5999-B3AC-116E-BBE9E5058EEF}"/>
          </ac:spMkLst>
        </pc:spChg>
        <pc:spChg chg="mod">
          <ac:chgData name="윤지 김" userId="5f9cd1682c02af93" providerId="LiveId" clId="{B2DADBF2-033E-4B2D-BB86-80504A99D9C8}" dt="2026-04-28T08:13:53.097" v="544" actId="1076"/>
          <ac:spMkLst>
            <pc:docMk/>
            <pc:sldMk cId="407011309" sldId="265"/>
            <ac:spMk id="54" creationId="{BC0FCC62-7334-2AC4-75A7-A553EA3637DB}"/>
          </ac:spMkLst>
        </pc:spChg>
        <pc:spChg chg="mod">
          <ac:chgData name="윤지 김" userId="5f9cd1682c02af93" providerId="LiveId" clId="{B2DADBF2-033E-4B2D-BB86-80504A99D9C8}" dt="2026-04-28T08:14:56.602" v="555" actId="2711"/>
          <ac:spMkLst>
            <pc:docMk/>
            <pc:sldMk cId="407011309" sldId="265"/>
            <ac:spMk id="55" creationId="{05BC3974-B99E-9477-2111-918C08AE3142}"/>
          </ac:spMkLst>
        </pc:spChg>
        <pc:spChg chg="add mod">
          <ac:chgData name="윤지 김" userId="5f9cd1682c02af93" providerId="LiveId" clId="{B2DADBF2-033E-4B2D-BB86-80504A99D9C8}" dt="2026-04-28T08:13:53.097" v="544" actId="1076"/>
          <ac:spMkLst>
            <pc:docMk/>
            <pc:sldMk cId="407011309" sldId="265"/>
            <ac:spMk id="56" creationId="{108186CE-C705-8E67-AA07-57464F9A9AFE}"/>
          </ac:spMkLst>
        </pc:spChg>
        <pc:spChg chg="mod">
          <ac:chgData name="윤지 김" userId="5f9cd1682c02af93" providerId="LiveId" clId="{B2DADBF2-033E-4B2D-BB86-80504A99D9C8}" dt="2026-04-28T08:13:53.097" v="544" actId="1076"/>
          <ac:spMkLst>
            <pc:docMk/>
            <pc:sldMk cId="407011309" sldId="265"/>
            <ac:spMk id="57" creationId="{6A2008DC-39B0-73C9-723E-2D5A692D1AA2}"/>
          </ac:spMkLst>
        </pc:spChg>
        <pc:spChg chg="mod">
          <ac:chgData name="윤지 김" userId="5f9cd1682c02af93" providerId="LiveId" clId="{B2DADBF2-033E-4B2D-BB86-80504A99D9C8}" dt="2026-04-28T08:14:56.602" v="555" actId="2711"/>
          <ac:spMkLst>
            <pc:docMk/>
            <pc:sldMk cId="407011309" sldId="265"/>
            <ac:spMk id="58" creationId="{F9E42759-B8D7-3633-C5FE-9241E4891322}"/>
          </ac:spMkLst>
        </pc:spChg>
        <pc:spChg chg="add mod">
          <ac:chgData name="윤지 김" userId="5f9cd1682c02af93" providerId="LiveId" clId="{B2DADBF2-033E-4B2D-BB86-80504A99D9C8}" dt="2026-04-28T08:13:53.097" v="544" actId="1076"/>
          <ac:spMkLst>
            <pc:docMk/>
            <pc:sldMk cId="407011309" sldId="265"/>
            <ac:spMk id="59" creationId="{3ED38AA2-A7FD-C4DF-EE7C-624120A27895}"/>
          </ac:spMkLst>
        </pc:spChg>
        <pc:spChg chg="mod">
          <ac:chgData name="윤지 김" userId="5f9cd1682c02af93" providerId="LiveId" clId="{B2DADBF2-033E-4B2D-BB86-80504A99D9C8}" dt="2026-04-28T08:14:00.879" v="551" actId="14100"/>
          <ac:spMkLst>
            <pc:docMk/>
            <pc:sldMk cId="407011309" sldId="265"/>
            <ac:spMk id="60" creationId="{D01EF30F-440E-03C9-5370-1339A25850D7}"/>
          </ac:spMkLst>
        </pc:spChg>
        <pc:spChg chg="add mod">
          <ac:chgData name="윤지 김" userId="5f9cd1682c02af93" providerId="LiveId" clId="{B2DADBF2-033E-4B2D-BB86-80504A99D9C8}" dt="2026-04-28T08:12:41.995" v="532" actId="20577"/>
          <ac:spMkLst>
            <pc:docMk/>
            <pc:sldMk cId="407011309" sldId="265"/>
            <ac:spMk id="61" creationId="{4B07C34E-8888-6618-4143-52CE2284643F}"/>
          </ac:spMkLst>
        </pc:spChg>
        <pc:spChg chg="add mod">
          <ac:chgData name="윤지 김" userId="5f9cd1682c02af93" providerId="LiveId" clId="{B2DADBF2-033E-4B2D-BB86-80504A99D9C8}" dt="2026-04-28T08:17:51.830" v="714"/>
          <ac:spMkLst>
            <pc:docMk/>
            <pc:sldMk cId="407011309" sldId="265"/>
            <ac:spMk id="62" creationId="{CE047D98-F46F-DE98-51E3-D65A88D14430}"/>
          </ac:spMkLst>
        </pc:spChg>
        <pc:spChg chg="add mod">
          <ac:chgData name="윤지 김" userId="5f9cd1682c02af93" providerId="LiveId" clId="{B2DADBF2-033E-4B2D-BB86-80504A99D9C8}" dt="2026-04-28T08:17:55.560" v="715"/>
          <ac:spMkLst>
            <pc:docMk/>
            <pc:sldMk cId="407011309" sldId="265"/>
            <ac:spMk id="63" creationId="{7D38A433-3C81-CD09-101A-197F73A1B666}"/>
          </ac:spMkLst>
        </pc:spChg>
      </pc:sldChg>
      <pc:sldChg chg="add del setBg">
        <pc:chgData name="윤지 김" userId="5f9cd1682c02af93" providerId="LiveId" clId="{B2DADBF2-033E-4B2D-BB86-80504A99D9C8}" dt="2026-04-28T08:11:42.664" v="526"/>
        <pc:sldMkLst>
          <pc:docMk/>
          <pc:sldMk cId="3538556895" sldId="265"/>
        </pc:sldMkLst>
      </pc:sldChg>
      <pc:sldChg chg="addSp delSp modSp add mod">
        <pc:chgData name="윤지 김" userId="5f9cd1682c02af93" providerId="LiveId" clId="{B2DADBF2-033E-4B2D-BB86-80504A99D9C8}" dt="2026-04-28T08:44:06.773" v="1229" actId="2711"/>
        <pc:sldMkLst>
          <pc:docMk/>
          <pc:sldMk cId="525014881" sldId="266"/>
        </pc:sldMkLst>
        <pc:spChg chg="add mod">
          <ac:chgData name="윤지 김" userId="5f9cd1682c02af93" providerId="LiveId" clId="{B2DADBF2-033E-4B2D-BB86-80504A99D9C8}" dt="2026-04-28T08:42:26.907" v="1213"/>
          <ac:spMkLst>
            <pc:docMk/>
            <pc:sldMk cId="525014881" sldId="266"/>
            <ac:spMk id="4" creationId="{33B3D751-45E3-8F4D-F551-C2A0320C8D55}"/>
          </ac:spMkLst>
        </pc:spChg>
        <pc:spChg chg="add mod">
          <ac:chgData name="윤지 김" userId="5f9cd1682c02af93" providerId="LiveId" clId="{B2DADBF2-033E-4B2D-BB86-80504A99D9C8}" dt="2026-04-28T08:42:26.907" v="1213"/>
          <ac:spMkLst>
            <pc:docMk/>
            <pc:sldMk cId="525014881" sldId="266"/>
            <ac:spMk id="8" creationId="{227A1F1B-10DD-9F3B-221A-03302CFF0BEF}"/>
          </ac:spMkLst>
        </pc:spChg>
        <pc:spChg chg="add mod">
          <ac:chgData name="윤지 김" userId="5f9cd1682c02af93" providerId="LiveId" clId="{B2DADBF2-033E-4B2D-BB86-80504A99D9C8}" dt="2026-04-28T08:42:26.907" v="1213"/>
          <ac:spMkLst>
            <pc:docMk/>
            <pc:sldMk cId="525014881" sldId="266"/>
            <ac:spMk id="9" creationId="{A23E44D2-2FA4-2634-61ED-0EFEF364E576}"/>
          </ac:spMkLst>
        </pc:spChg>
        <pc:spChg chg="add mod">
          <ac:chgData name="윤지 김" userId="5f9cd1682c02af93" providerId="LiveId" clId="{B2DADBF2-033E-4B2D-BB86-80504A99D9C8}" dt="2026-04-28T08:42:26.907" v="1213"/>
          <ac:spMkLst>
            <pc:docMk/>
            <pc:sldMk cId="525014881" sldId="266"/>
            <ac:spMk id="10" creationId="{8A6FC859-768C-FC4A-E960-F930CF661486}"/>
          </ac:spMkLst>
        </pc:spChg>
        <pc:spChg chg="add mod">
          <ac:chgData name="윤지 김" userId="5f9cd1682c02af93" providerId="LiveId" clId="{B2DADBF2-033E-4B2D-BB86-80504A99D9C8}" dt="2026-04-28T08:42:26.907" v="1213"/>
          <ac:spMkLst>
            <pc:docMk/>
            <pc:sldMk cId="525014881" sldId="266"/>
            <ac:spMk id="13" creationId="{50B6DA81-9D78-5E11-1A6B-95CF1162A922}"/>
          </ac:spMkLst>
        </pc:spChg>
        <pc:spChg chg="del">
          <ac:chgData name="윤지 김" userId="5f9cd1682c02af93" providerId="LiveId" clId="{B2DADBF2-033E-4B2D-BB86-80504A99D9C8}" dt="2026-04-28T08:42:32.768" v="1214" actId="478"/>
          <ac:spMkLst>
            <pc:docMk/>
            <pc:sldMk cId="525014881" sldId="266"/>
            <ac:spMk id="15" creationId="{D9AB1B64-A176-EC91-75BF-3F621E344F46}"/>
          </ac:spMkLst>
        </pc:spChg>
        <pc:spChg chg="del">
          <ac:chgData name="윤지 김" userId="5f9cd1682c02af93" providerId="LiveId" clId="{B2DADBF2-033E-4B2D-BB86-80504A99D9C8}" dt="2026-04-28T08:42:15.089" v="1211" actId="478"/>
          <ac:spMkLst>
            <pc:docMk/>
            <pc:sldMk cId="525014881" sldId="266"/>
            <ac:spMk id="24" creationId="{E408EC4E-C4EC-DA2D-1992-64857F52EF30}"/>
          </ac:spMkLst>
        </pc:spChg>
        <pc:spChg chg="del">
          <ac:chgData name="윤지 김" userId="5f9cd1682c02af93" providerId="LiveId" clId="{B2DADBF2-033E-4B2D-BB86-80504A99D9C8}" dt="2026-04-28T08:42:15.089" v="1211" actId="478"/>
          <ac:spMkLst>
            <pc:docMk/>
            <pc:sldMk cId="525014881" sldId="266"/>
            <ac:spMk id="26" creationId="{771829E9-ABA4-E75D-B4E8-9FB7F84F1C98}"/>
          </ac:spMkLst>
        </pc:spChg>
        <pc:spChg chg="del">
          <ac:chgData name="윤지 김" userId="5f9cd1682c02af93" providerId="LiveId" clId="{B2DADBF2-033E-4B2D-BB86-80504A99D9C8}" dt="2026-04-28T08:42:15.089" v="1211" actId="478"/>
          <ac:spMkLst>
            <pc:docMk/>
            <pc:sldMk cId="525014881" sldId="266"/>
            <ac:spMk id="34" creationId="{6CAEF98A-0628-A9DA-9020-35C9018F12E4}"/>
          </ac:spMkLst>
        </pc:spChg>
        <pc:spChg chg="del">
          <ac:chgData name="윤지 김" userId="5f9cd1682c02af93" providerId="LiveId" clId="{B2DADBF2-033E-4B2D-BB86-80504A99D9C8}" dt="2026-04-28T08:42:15.089" v="1211" actId="478"/>
          <ac:spMkLst>
            <pc:docMk/>
            <pc:sldMk cId="525014881" sldId="266"/>
            <ac:spMk id="35" creationId="{76B6EE24-F063-4032-D094-14B6A7276A4B}"/>
          </ac:spMkLst>
        </pc:spChg>
        <pc:spChg chg="del">
          <ac:chgData name="윤지 김" userId="5f9cd1682c02af93" providerId="LiveId" clId="{B2DADBF2-033E-4B2D-BB86-80504A99D9C8}" dt="2026-04-28T08:42:17.957" v="1212" actId="478"/>
          <ac:spMkLst>
            <pc:docMk/>
            <pc:sldMk cId="525014881" sldId="266"/>
            <ac:spMk id="38" creationId="{369C8298-66AF-5366-1A76-F4D68000670F}"/>
          </ac:spMkLst>
        </pc:spChg>
        <pc:spChg chg="del">
          <ac:chgData name="윤지 김" userId="5f9cd1682c02af93" providerId="LiveId" clId="{B2DADBF2-033E-4B2D-BB86-80504A99D9C8}" dt="2026-04-28T08:42:15.089" v="1211" actId="478"/>
          <ac:spMkLst>
            <pc:docMk/>
            <pc:sldMk cId="525014881" sldId="266"/>
            <ac:spMk id="43" creationId="{8860773D-31D3-37FD-4069-55DBBA3BAB0C}"/>
          </ac:spMkLst>
        </pc:spChg>
        <pc:spChg chg="del">
          <ac:chgData name="윤지 김" userId="5f9cd1682c02af93" providerId="LiveId" clId="{B2DADBF2-033E-4B2D-BB86-80504A99D9C8}" dt="2026-04-28T08:42:15.089" v="1211" actId="478"/>
          <ac:spMkLst>
            <pc:docMk/>
            <pc:sldMk cId="525014881" sldId="266"/>
            <ac:spMk id="44" creationId="{A0A8F485-A62C-C5F2-5714-E39C963E12AA}"/>
          </ac:spMkLst>
        </pc:spChg>
        <pc:spChg chg="del">
          <ac:chgData name="윤지 김" userId="5f9cd1682c02af93" providerId="LiveId" clId="{B2DADBF2-033E-4B2D-BB86-80504A99D9C8}" dt="2026-04-28T08:42:15.089" v="1211" actId="478"/>
          <ac:spMkLst>
            <pc:docMk/>
            <pc:sldMk cId="525014881" sldId="266"/>
            <ac:spMk id="51" creationId="{02B611BA-5E03-622A-17F3-897137ED04A2}"/>
          </ac:spMkLst>
        </pc:spChg>
        <pc:spChg chg="del">
          <ac:chgData name="윤지 김" userId="5f9cd1682c02af93" providerId="LiveId" clId="{B2DADBF2-033E-4B2D-BB86-80504A99D9C8}" dt="2026-04-28T08:42:15.089" v="1211" actId="478"/>
          <ac:spMkLst>
            <pc:docMk/>
            <pc:sldMk cId="525014881" sldId="266"/>
            <ac:spMk id="56" creationId="{7513757B-464C-2365-B958-FD3A0099D6F5}"/>
          </ac:spMkLst>
        </pc:spChg>
        <pc:spChg chg="del">
          <ac:chgData name="윤지 김" userId="5f9cd1682c02af93" providerId="LiveId" clId="{B2DADBF2-033E-4B2D-BB86-80504A99D9C8}" dt="2026-04-28T08:42:15.089" v="1211" actId="478"/>
          <ac:spMkLst>
            <pc:docMk/>
            <pc:sldMk cId="525014881" sldId="266"/>
            <ac:spMk id="57" creationId="{4C02DFF1-2E95-30A7-BEEA-B6CD39DD6B95}"/>
          </ac:spMkLst>
        </pc:spChg>
        <pc:spChg chg="del">
          <ac:chgData name="윤지 김" userId="5f9cd1682c02af93" providerId="LiveId" clId="{B2DADBF2-033E-4B2D-BB86-80504A99D9C8}" dt="2026-04-28T08:42:15.089" v="1211" actId="478"/>
          <ac:spMkLst>
            <pc:docMk/>
            <pc:sldMk cId="525014881" sldId="266"/>
            <ac:spMk id="59" creationId="{BEF0DD53-C05B-E3F2-44D0-5A659E5BE62F}"/>
          </ac:spMkLst>
        </pc:spChg>
        <pc:spChg chg="add mod">
          <ac:chgData name="윤지 김" userId="5f9cd1682c02af93" providerId="LiveId" clId="{B2DADBF2-033E-4B2D-BB86-80504A99D9C8}" dt="2026-04-28T08:42:26.907" v="1213"/>
          <ac:spMkLst>
            <pc:docMk/>
            <pc:sldMk cId="525014881" sldId="266"/>
            <ac:spMk id="65" creationId="{7637F80B-C962-91CF-705A-0BE5406DC467}"/>
          </ac:spMkLst>
        </pc:spChg>
        <pc:spChg chg="add mod">
          <ac:chgData name="윤지 김" userId="5f9cd1682c02af93" providerId="LiveId" clId="{B2DADBF2-033E-4B2D-BB86-80504A99D9C8}" dt="2026-04-28T08:42:26.907" v="1213"/>
          <ac:spMkLst>
            <pc:docMk/>
            <pc:sldMk cId="525014881" sldId="266"/>
            <ac:spMk id="78" creationId="{64FBA423-2885-2BBC-E1EA-6BABEDF3822A}"/>
          </ac:spMkLst>
        </pc:spChg>
        <pc:spChg chg="add mod">
          <ac:chgData name="윤지 김" userId="5f9cd1682c02af93" providerId="LiveId" clId="{B2DADBF2-033E-4B2D-BB86-80504A99D9C8}" dt="2026-04-28T08:42:26.907" v="1213"/>
          <ac:spMkLst>
            <pc:docMk/>
            <pc:sldMk cId="525014881" sldId="266"/>
            <ac:spMk id="82" creationId="{16F4DC9C-2B37-16C6-7A4D-3412328A3EB4}"/>
          </ac:spMkLst>
        </pc:spChg>
        <pc:spChg chg="add mod">
          <ac:chgData name="윤지 김" userId="5f9cd1682c02af93" providerId="LiveId" clId="{B2DADBF2-033E-4B2D-BB86-80504A99D9C8}" dt="2026-04-28T08:42:26.907" v="1213"/>
          <ac:spMkLst>
            <pc:docMk/>
            <pc:sldMk cId="525014881" sldId="266"/>
            <ac:spMk id="84" creationId="{858AA381-2962-8B6E-18BF-9F49F601BC31}"/>
          </ac:spMkLst>
        </pc:spChg>
        <pc:spChg chg="add mod">
          <ac:chgData name="윤지 김" userId="5f9cd1682c02af93" providerId="LiveId" clId="{B2DADBF2-033E-4B2D-BB86-80504A99D9C8}" dt="2026-04-28T08:42:26.907" v="1213"/>
          <ac:spMkLst>
            <pc:docMk/>
            <pc:sldMk cId="525014881" sldId="266"/>
            <ac:spMk id="85" creationId="{E378CFF6-D2CD-7C60-2875-9D16F10A318E}"/>
          </ac:spMkLst>
        </pc:spChg>
        <pc:spChg chg="add mod">
          <ac:chgData name="윤지 김" userId="5f9cd1682c02af93" providerId="LiveId" clId="{B2DADBF2-033E-4B2D-BB86-80504A99D9C8}" dt="2026-04-28T08:44:06.773" v="1229" actId="2711"/>
          <ac:spMkLst>
            <pc:docMk/>
            <pc:sldMk cId="525014881" sldId="266"/>
            <ac:spMk id="89" creationId="{DD7E6A93-C111-BC64-732D-9B084EB5D5B8}"/>
          </ac:spMkLst>
        </pc:spChg>
        <pc:spChg chg="mod">
          <ac:chgData name="윤지 김" userId="5f9cd1682c02af93" providerId="LiveId" clId="{B2DADBF2-033E-4B2D-BB86-80504A99D9C8}" dt="2026-04-28T08:43:35.758" v="1218" actId="20577"/>
          <ac:spMkLst>
            <pc:docMk/>
            <pc:sldMk cId="525014881" sldId="266"/>
            <ac:spMk id="91" creationId="{189543F2-C0BB-E3FD-9188-8A49B626A078}"/>
          </ac:spMkLst>
        </pc:spChg>
        <pc:spChg chg="mod">
          <ac:chgData name="윤지 김" userId="5f9cd1682c02af93" providerId="LiveId" clId="{B2DADBF2-033E-4B2D-BB86-80504A99D9C8}" dt="2026-04-28T08:43:36.884" v="1219" actId="20577"/>
          <ac:spMkLst>
            <pc:docMk/>
            <pc:sldMk cId="525014881" sldId="266"/>
            <ac:spMk id="93" creationId="{EB147EB3-C575-0A1B-A6C0-DCA69E276BC7}"/>
          </ac:spMkLst>
        </pc:spChg>
        <pc:spChg chg="mod">
          <ac:chgData name="윤지 김" userId="5f9cd1682c02af93" providerId="LiveId" clId="{B2DADBF2-033E-4B2D-BB86-80504A99D9C8}" dt="2026-04-28T08:43:38.276" v="1220" actId="20577"/>
          <ac:spMkLst>
            <pc:docMk/>
            <pc:sldMk cId="525014881" sldId="266"/>
            <ac:spMk id="94" creationId="{7AADC6D0-4B91-7E80-DEB8-D11566E46786}"/>
          </ac:spMkLst>
        </pc:spChg>
        <pc:spChg chg="mod">
          <ac:chgData name="윤지 김" userId="5f9cd1682c02af93" providerId="LiveId" clId="{B2DADBF2-033E-4B2D-BB86-80504A99D9C8}" dt="2026-04-28T08:43:39.335" v="1221" actId="20577"/>
          <ac:spMkLst>
            <pc:docMk/>
            <pc:sldMk cId="525014881" sldId="266"/>
            <ac:spMk id="96" creationId="{B54FC075-21BF-865A-8271-C04795C04286}"/>
          </ac:spMkLst>
        </pc:spChg>
        <pc:spChg chg="mod">
          <ac:chgData name="윤지 김" userId="5f9cd1682c02af93" providerId="LiveId" clId="{B2DADBF2-033E-4B2D-BB86-80504A99D9C8}" dt="2026-04-28T08:43:40.021" v="1222" actId="20577"/>
          <ac:spMkLst>
            <pc:docMk/>
            <pc:sldMk cId="525014881" sldId="266"/>
            <ac:spMk id="97" creationId="{F4761C00-3D21-FBA7-61F4-72B9E8321C31}"/>
          </ac:spMkLst>
        </pc:spChg>
        <pc:spChg chg="mod">
          <ac:chgData name="윤지 김" userId="5f9cd1682c02af93" providerId="LiveId" clId="{B2DADBF2-033E-4B2D-BB86-80504A99D9C8}" dt="2026-04-28T08:43:41.458" v="1224" actId="20577"/>
          <ac:spMkLst>
            <pc:docMk/>
            <pc:sldMk cId="525014881" sldId="266"/>
            <ac:spMk id="99" creationId="{F4AB326A-C5A5-7778-1547-D5F16AE790FB}"/>
          </ac:spMkLst>
        </pc:spChg>
        <pc:spChg chg="mod">
          <ac:chgData name="윤지 김" userId="5f9cd1682c02af93" providerId="LiveId" clId="{B2DADBF2-033E-4B2D-BB86-80504A99D9C8}" dt="2026-04-28T08:43:40.810" v="1223" actId="20577"/>
          <ac:spMkLst>
            <pc:docMk/>
            <pc:sldMk cId="525014881" sldId="266"/>
            <ac:spMk id="100" creationId="{FE6AF3CB-968D-0AFD-CFB0-C7870707A8F0}"/>
          </ac:spMkLst>
        </pc:spChg>
        <pc:spChg chg="add mod">
          <ac:chgData name="윤지 김" userId="5f9cd1682c02af93" providerId="LiveId" clId="{B2DADBF2-033E-4B2D-BB86-80504A99D9C8}" dt="2026-04-28T08:44:06.773" v="1229" actId="2711"/>
          <ac:spMkLst>
            <pc:docMk/>
            <pc:sldMk cId="525014881" sldId="266"/>
            <ac:spMk id="101" creationId="{F0FFA9F4-6600-75B2-2F63-B4256B7F147A}"/>
          </ac:spMkLst>
        </pc:spChg>
        <pc:spChg chg="add mod">
          <ac:chgData name="윤지 김" userId="5f9cd1682c02af93" providerId="LiveId" clId="{B2DADBF2-033E-4B2D-BB86-80504A99D9C8}" dt="2026-04-28T08:44:06.773" v="1229" actId="2711"/>
          <ac:spMkLst>
            <pc:docMk/>
            <pc:sldMk cId="525014881" sldId="266"/>
            <ac:spMk id="102" creationId="{4790E1FB-0E4A-39DF-A4DE-D3E6E7472EC7}"/>
          </ac:spMkLst>
        </pc:spChg>
        <pc:spChg chg="mod">
          <ac:chgData name="윤지 김" userId="5f9cd1682c02af93" providerId="LiveId" clId="{B2DADBF2-033E-4B2D-BB86-80504A99D9C8}" dt="2026-04-28T08:43:44.335" v="1226" actId="20577"/>
          <ac:spMkLst>
            <pc:docMk/>
            <pc:sldMk cId="525014881" sldId="266"/>
            <ac:spMk id="103" creationId="{D05FAAA6-DD12-A95B-C3D2-3BCAD71C7A44}"/>
          </ac:spMkLst>
        </pc:spChg>
        <pc:spChg chg="mod">
          <ac:chgData name="윤지 김" userId="5f9cd1682c02af93" providerId="LiveId" clId="{B2DADBF2-033E-4B2D-BB86-80504A99D9C8}" dt="2026-04-28T08:43:49.867" v="1228" actId="1076"/>
          <ac:spMkLst>
            <pc:docMk/>
            <pc:sldMk cId="525014881" sldId="266"/>
            <ac:spMk id="108" creationId="{79F272FF-35D7-3436-45E7-AF9744B0959A}"/>
          </ac:spMkLst>
        </pc:spChg>
        <pc:spChg chg="add mod">
          <ac:chgData name="윤지 김" userId="5f9cd1682c02af93" providerId="LiveId" clId="{B2DADBF2-033E-4B2D-BB86-80504A99D9C8}" dt="2026-04-28T08:44:06.773" v="1229" actId="2711"/>
          <ac:spMkLst>
            <pc:docMk/>
            <pc:sldMk cId="525014881" sldId="266"/>
            <ac:spMk id="109" creationId="{50498CCD-72D2-B6E8-57CB-4B3042882D11}"/>
          </ac:spMkLst>
        </pc:spChg>
        <pc:spChg chg="add mod">
          <ac:chgData name="윤지 김" userId="5f9cd1682c02af93" providerId="LiveId" clId="{B2DADBF2-033E-4B2D-BB86-80504A99D9C8}" dt="2026-04-28T08:44:06.773" v="1229" actId="2711"/>
          <ac:spMkLst>
            <pc:docMk/>
            <pc:sldMk cId="525014881" sldId="266"/>
            <ac:spMk id="112" creationId="{32E7D54E-1C61-9E83-A2A0-5A9FBA6AEDF2}"/>
          </ac:spMkLst>
        </pc:spChg>
        <pc:spChg chg="add mod">
          <ac:chgData name="윤지 김" userId="5f9cd1682c02af93" providerId="LiveId" clId="{B2DADBF2-033E-4B2D-BB86-80504A99D9C8}" dt="2026-04-28T08:44:06.773" v="1229" actId="2711"/>
          <ac:spMkLst>
            <pc:docMk/>
            <pc:sldMk cId="525014881" sldId="266"/>
            <ac:spMk id="120" creationId="{C26CD8AF-9433-2384-1E02-53CDB5AAFB77}"/>
          </ac:spMkLst>
        </pc:spChg>
        <pc:spChg chg="add mod">
          <ac:chgData name="윤지 김" userId="5f9cd1682c02af93" providerId="LiveId" clId="{B2DADBF2-033E-4B2D-BB86-80504A99D9C8}" dt="2026-04-28T08:44:06.773" v="1229" actId="2711"/>
          <ac:spMkLst>
            <pc:docMk/>
            <pc:sldMk cId="525014881" sldId="266"/>
            <ac:spMk id="123" creationId="{5935AEF3-D52D-0572-C3DC-2D17779C7DE8}"/>
          </ac:spMkLst>
        </pc:spChg>
        <pc:spChg chg="add mod">
          <ac:chgData name="윤지 김" userId="5f9cd1682c02af93" providerId="LiveId" clId="{B2DADBF2-033E-4B2D-BB86-80504A99D9C8}" dt="2026-04-28T08:44:06.773" v="1229" actId="2711"/>
          <ac:spMkLst>
            <pc:docMk/>
            <pc:sldMk cId="525014881" sldId="266"/>
            <ac:spMk id="124" creationId="{F11FC64E-A107-AF6F-932A-25B5AA74B169}"/>
          </ac:spMkLst>
        </pc:spChg>
        <pc:spChg chg="add mod">
          <ac:chgData name="윤지 김" userId="5f9cd1682c02af93" providerId="LiveId" clId="{B2DADBF2-033E-4B2D-BB86-80504A99D9C8}" dt="2026-04-28T08:44:06.773" v="1229" actId="2711"/>
          <ac:spMkLst>
            <pc:docMk/>
            <pc:sldMk cId="525014881" sldId="266"/>
            <ac:spMk id="125" creationId="{7702EF27-7586-F7EE-C8DF-F74B780B6DD6}"/>
          </ac:spMkLst>
        </pc:spChg>
        <pc:spChg chg="add mod">
          <ac:chgData name="윤지 김" userId="5f9cd1682c02af93" providerId="LiveId" clId="{B2DADBF2-033E-4B2D-BB86-80504A99D9C8}" dt="2026-04-28T08:44:06.773" v="1229" actId="2711"/>
          <ac:spMkLst>
            <pc:docMk/>
            <pc:sldMk cId="525014881" sldId="266"/>
            <ac:spMk id="129" creationId="{BC6AA0F0-4EB9-CD4A-879E-8EF7BD824422}"/>
          </ac:spMkLst>
        </pc:spChg>
      </pc:sldChg>
      <pc:sldChg chg="add del setBg">
        <pc:chgData name="윤지 김" userId="5f9cd1682c02af93" providerId="LiveId" clId="{B2DADBF2-033E-4B2D-BB86-80504A99D9C8}" dt="2026-04-28T08:42:04.796" v="1209"/>
        <pc:sldMkLst>
          <pc:docMk/>
          <pc:sldMk cId="3240524576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8C2BC6-EA67-CD1F-CB76-2DC68D7D2E5E}"/>
              </a:ext>
            </a:extLst>
          </p:cNvPr>
          <p:cNvSpPr txBox="1"/>
          <p:nvPr/>
        </p:nvSpPr>
        <p:spPr>
          <a:xfrm>
            <a:off x="762000" y="720804"/>
            <a:ext cx="54864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고르는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TV는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끝.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88E277-ED40-3CED-DFB6-5AE2A46C3366}"/>
              </a:ext>
            </a:extLst>
          </p:cNvPr>
          <p:cNvSpPr txBox="1"/>
          <p:nvPr/>
        </p:nvSpPr>
        <p:spPr>
          <a:xfrm>
            <a:off x="762000" y="1452324"/>
            <a:ext cx="665018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4800" b="1">
                <a:solidFill>
                  <a:srgbClr val="A08CFF"/>
                </a:solidFill>
                <a:latin typeface="맑은 고딕"/>
              </a:defRPr>
            </a:pPr>
            <a:r>
              <a:rPr lang="ko-KR" alt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이제 </a:t>
            </a:r>
            <a:r>
              <a:rPr lang="en-US" altLang="ko-KR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TV</a:t>
            </a:r>
            <a:r>
              <a:rPr lang="ko-KR" alt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가 먼저 틀어준다</a:t>
            </a:r>
            <a:r>
              <a:rPr lang="en-US" altLang="ko-KR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EB4A99-1464-5DB1-222F-E6E396B3A111}"/>
              </a:ext>
            </a:extLst>
          </p:cNvPr>
          <p:cNvSpPr txBox="1"/>
          <p:nvPr/>
        </p:nvSpPr>
        <p:spPr>
          <a:xfrm>
            <a:off x="801833" y="4323993"/>
            <a:ext cx="628476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600" b="0">
                <a:solidFill>
                  <a:srgbClr val="B4B9C8"/>
                </a:solidFill>
                <a:latin typeface="맑은 고딕"/>
              </a:defRPr>
            </a:pP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AI가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취향과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상황을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이해해</a:t>
            </a:r>
            <a:r>
              <a:rPr 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TV Plus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콘텐츠와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외부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라이브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스트림을</a:t>
            </a:r>
            <a:b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</a:b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하나의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채널처럼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자동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편성하는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개인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맞춤형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시청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경험</a:t>
            </a:r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2" name="Rounded Rectangle 5">
            <a:extLst>
              <a:ext uri="{FF2B5EF4-FFF2-40B4-BE49-F238E27FC236}">
                <a16:creationId xmlns:a16="http://schemas.microsoft.com/office/drawing/2014/main" id="{4649ED24-33E9-D145-ACE2-10CF922C36E6}"/>
              </a:ext>
            </a:extLst>
          </p:cNvPr>
          <p:cNvSpPr/>
          <p:nvPr/>
        </p:nvSpPr>
        <p:spPr>
          <a:xfrm>
            <a:off x="858983" y="5486400"/>
            <a:ext cx="2011680" cy="374073"/>
          </a:xfrm>
          <a:prstGeom prst="roundRect">
            <a:avLst>
              <a:gd name="adj" fmla="val 100000"/>
            </a:avLst>
          </a:prstGeom>
          <a:solidFill>
            <a:srgbClr val="2D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⚡ </a:t>
            </a:r>
            <a:r>
              <a:rPr lang="ko-KR" alt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초개인화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자동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편성</a:t>
            </a:r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36D1D7FF-4AD3-388A-C3AF-7C028BB563A7}"/>
              </a:ext>
            </a:extLst>
          </p:cNvPr>
          <p:cNvSpPr/>
          <p:nvPr/>
        </p:nvSpPr>
        <p:spPr>
          <a:xfrm>
            <a:off x="3144983" y="5486400"/>
            <a:ext cx="1828800" cy="457200"/>
          </a:xfrm>
          <a:prstGeom prst="roundRect">
            <a:avLst>
              <a:gd name="adj" fmla="val 100000"/>
            </a:avLst>
          </a:prstGeom>
          <a:solidFill>
            <a:srgbClr val="2D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🔗 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외부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라이브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연동</a:t>
            </a:r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977223BD-8768-A7CB-9A59-795272F62B7B}"/>
              </a:ext>
            </a:extLst>
          </p:cNvPr>
          <p:cNvSpPr/>
          <p:nvPr/>
        </p:nvSpPr>
        <p:spPr>
          <a:xfrm>
            <a:off x="5248103" y="5486400"/>
            <a:ext cx="1828800" cy="457200"/>
          </a:xfrm>
          <a:prstGeom prst="roundRect">
            <a:avLst>
              <a:gd name="adj" fmla="val 100000"/>
            </a:avLst>
          </a:prstGeom>
          <a:solidFill>
            <a:srgbClr val="2D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✋ 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리모컨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없는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시청</a:t>
            </a:r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5" name="Rounded Rectangle 8">
            <a:extLst>
              <a:ext uri="{FF2B5EF4-FFF2-40B4-BE49-F238E27FC236}">
                <a16:creationId xmlns:a16="http://schemas.microsoft.com/office/drawing/2014/main" id="{85024D49-55DB-05BA-62DD-4704A0B9525F}"/>
              </a:ext>
            </a:extLst>
          </p:cNvPr>
          <p:cNvSpPr/>
          <p:nvPr/>
        </p:nvSpPr>
        <p:spPr>
          <a:xfrm>
            <a:off x="7315200" y="1371600"/>
            <a:ext cx="4572000" cy="4572000"/>
          </a:xfrm>
          <a:prstGeom prst="roundRect">
            <a:avLst>
              <a:gd name="adj" fmla="val 20000"/>
            </a:avLst>
          </a:prstGeom>
          <a:solidFill>
            <a:srgbClr val="1E2032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6" name="Rounded Rectangle 9">
            <a:extLst>
              <a:ext uri="{FF2B5EF4-FFF2-40B4-BE49-F238E27FC236}">
                <a16:creationId xmlns:a16="http://schemas.microsoft.com/office/drawing/2014/main" id="{C5163DD8-3FE4-CFE5-8C7B-271F71C95D59}"/>
              </a:ext>
            </a:extLst>
          </p:cNvPr>
          <p:cNvSpPr/>
          <p:nvPr/>
        </p:nvSpPr>
        <p:spPr>
          <a:xfrm>
            <a:off x="10515600" y="1828800"/>
            <a:ext cx="914400" cy="457200"/>
          </a:xfrm>
          <a:prstGeom prst="roundRect">
            <a:avLst>
              <a:gd name="adj" fmla="val 100000"/>
            </a:avLst>
          </a:prstGeom>
          <a:solidFill>
            <a:srgbClr val="3C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Now</a:t>
            </a:r>
          </a:p>
        </p:txBody>
      </p:sp>
      <p:sp>
        <p:nvSpPr>
          <p:cNvPr id="17" name="Rounded Rectangle 10">
            <a:extLst>
              <a:ext uri="{FF2B5EF4-FFF2-40B4-BE49-F238E27FC236}">
                <a16:creationId xmlns:a16="http://schemas.microsoft.com/office/drawing/2014/main" id="{5308D692-D8F5-4540-955A-BE971C3EE49C}"/>
              </a:ext>
            </a:extLst>
          </p:cNvPr>
          <p:cNvSpPr/>
          <p:nvPr/>
        </p:nvSpPr>
        <p:spPr>
          <a:xfrm>
            <a:off x="7772400" y="2560320"/>
            <a:ext cx="3200400" cy="640080"/>
          </a:xfrm>
          <a:prstGeom prst="roundRect">
            <a:avLst>
              <a:gd name="adj" fmla="val 20000"/>
            </a:avLst>
          </a:prstGeom>
          <a:solidFill>
            <a:srgbClr val="2D2D46"/>
          </a:solidFill>
          <a:ln w="12700">
            <a:solidFill>
              <a:srgbClr val="2D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8" name="Rounded Rectangle 11">
            <a:extLst>
              <a:ext uri="{FF2B5EF4-FFF2-40B4-BE49-F238E27FC236}">
                <a16:creationId xmlns:a16="http://schemas.microsoft.com/office/drawing/2014/main" id="{ED1A4FE5-D3C0-68EA-5563-CCAFE857037A}"/>
              </a:ext>
            </a:extLst>
          </p:cNvPr>
          <p:cNvSpPr/>
          <p:nvPr/>
        </p:nvSpPr>
        <p:spPr>
          <a:xfrm>
            <a:off x="7772400" y="3383280"/>
            <a:ext cx="3200400" cy="640080"/>
          </a:xfrm>
          <a:prstGeom prst="roundRect">
            <a:avLst>
              <a:gd name="adj" fmla="val 20000"/>
            </a:avLst>
          </a:prstGeom>
          <a:solidFill>
            <a:srgbClr val="2D2D46"/>
          </a:solidFill>
          <a:ln w="12700">
            <a:solidFill>
              <a:srgbClr val="2D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9" name="Rounded Rectangle 12">
            <a:extLst>
              <a:ext uri="{FF2B5EF4-FFF2-40B4-BE49-F238E27FC236}">
                <a16:creationId xmlns:a16="http://schemas.microsoft.com/office/drawing/2014/main" id="{3AE9B0F8-940C-3FB9-20B9-545C9352BF93}"/>
              </a:ext>
            </a:extLst>
          </p:cNvPr>
          <p:cNvSpPr/>
          <p:nvPr/>
        </p:nvSpPr>
        <p:spPr>
          <a:xfrm>
            <a:off x="7772400" y="5029200"/>
            <a:ext cx="3657600" cy="548640"/>
          </a:xfrm>
          <a:prstGeom prst="roundRect">
            <a:avLst>
              <a:gd name="adj" fmla="val 20000"/>
            </a:avLst>
          </a:prstGeom>
          <a:solidFill>
            <a:srgbClr val="2D2D46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40B116-93A5-A8B4-9027-0D6F7093F9B6}"/>
              </a:ext>
            </a:extLst>
          </p:cNvPr>
          <p:cNvSpPr txBox="1"/>
          <p:nvPr/>
        </p:nvSpPr>
        <p:spPr>
          <a:xfrm>
            <a:off x="7955279" y="5166360"/>
            <a:ext cx="914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Playing</a:t>
            </a:r>
          </a:p>
        </p:txBody>
      </p:sp>
      <p:sp>
        <p:nvSpPr>
          <p:cNvPr id="21" name="Rounded Rectangle 14">
            <a:extLst>
              <a:ext uri="{FF2B5EF4-FFF2-40B4-BE49-F238E27FC236}">
                <a16:creationId xmlns:a16="http://schemas.microsoft.com/office/drawing/2014/main" id="{843C7B7A-3193-4E4E-9F40-EC017324871B}"/>
              </a:ext>
            </a:extLst>
          </p:cNvPr>
          <p:cNvSpPr/>
          <p:nvPr/>
        </p:nvSpPr>
        <p:spPr>
          <a:xfrm>
            <a:off x="8686800" y="5257800"/>
            <a:ext cx="2560320" cy="91440"/>
          </a:xfrm>
          <a:prstGeom prst="roundRect">
            <a:avLst>
              <a:gd name="adj" fmla="val 100000"/>
            </a:avLst>
          </a:prstGeom>
          <a:solidFill>
            <a:srgbClr val="1E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2" name="Rounded Rectangle 15">
            <a:extLst>
              <a:ext uri="{FF2B5EF4-FFF2-40B4-BE49-F238E27FC236}">
                <a16:creationId xmlns:a16="http://schemas.microsoft.com/office/drawing/2014/main" id="{DBBC7976-E364-B03E-50F7-A9FA6F5D3F98}"/>
              </a:ext>
            </a:extLst>
          </p:cNvPr>
          <p:cNvSpPr/>
          <p:nvPr/>
        </p:nvSpPr>
        <p:spPr>
          <a:xfrm>
            <a:off x="8686800" y="5257800"/>
            <a:ext cx="1371600" cy="91440"/>
          </a:xfrm>
          <a:prstGeom prst="roundRect">
            <a:avLst>
              <a:gd name="adj" fmla="val 100000"/>
            </a:avLst>
          </a:prstGeom>
          <a:solidFill>
            <a:srgbClr val="78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8252EF-197D-F006-5880-40465B93B684}"/>
              </a:ext>
            </a:extLst>
          </p:cNvPr>
          <p:cNvSpPr txBox="1"/>
          <p:nvPr/>
        </p:nvSpPr>
        <p:spPr>
          <a:xfrm>
            <a:off x="762000" y="2537958"/>
            <a:ext cx="5486400" cy="684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sz="105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rPr lang="en-US" altLang="ko-KR" sz="28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“</a:t>
            </a:r>
            <a:r>
              <a:rPr lang="ko-KR" altLang="en-US" sz="2800" dirty="0">
                <a:solidFill>
                  <a:srgbClr val="A08CFF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나만의 채널</a:t>
            </a:r>
            <a:r>
              <a:rPr lang="en-US" altLang="ko-KR" sz="28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” in </a:t>
            </a:r>
            <a:r>
              <a:rPr lang="en-US" altLang="ko-KR" sz="2800"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TVPlus</a:t>
            </a:r>
            <a:endParaRPr lang="en-US" altLang="ko-KR" sz="280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457200"/>
            <a:ext cx="1371600" cy="365760"/>
          </a:xfrm>
          <a:prstGeom prst="roundRect">
            <a:avLst>
              <a:gd name="adj" fmla="val 100000"/>
            </a:avLst>
          </a:prstGeom>
          <a:solidFill>
            <a:srgbClr val="2D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rPr 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1. 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팀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소개</a:t>
            </a:r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3600" b="1">
                <a:solidFill>
                  <a:srgbClr val="A08CFF"/>
                </a:solidFill>
                <a:latin typeface="맑은 고딕"/>
              </a:defRPr>
            </a:pP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Team "</a:t>
            </a:r>
            <a:r>
              <a:rPr lang="ko-KR" alt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채널 </a:t>
            </a:r>
            <a:r>
              <a:rPr lang="ko-KR" altLang="en-US"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오마카세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15822"/>
            <a:ext cx="9144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600" b="0">
                <a:solidFill>
                  <a:srgbClr val="B4B9C8"/>
                </a:solidFill>
                <a:latin typeface="맑은 고딕"/>
              </a:defRPr>
            </a:pPr>
            <a:r>
              <a:rPr lang="ko-KR" alt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틀기만 해</a:t>
            </a:r>
            <a:r>
              <a:rPr lang="en-US" altLang="ko-KR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 </a:t>
            </a:r>
            <a:r>
              <a:rPr lang="ko-KR" alt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너의 취향에 맞게 채널을 </a:t>
            </a:r>
            <a:r>
              <a:rPr lang="ko-KR" altLang="en-US"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제공할게</a:t>
            </a:r>
            <a:r>
              <a:rPr lang="en-US" altLang="ko-KR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</a:t>
            </a:r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371600" y="3200400"/>
            <a:ext cx="2286000" cy="2743200"/>
          </a:xfrm>
          <a:prstGeom prst="roundRect">
            <a:avLst>
              <a:gd name="adj" fmla="val 20000"/>
            </a:avLst>
          </a:prstGeom>
          <a:solidFill>
            <a:srgbClr val="1E2032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22860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5000" b="0">
                <a:solidFill>
                  <a:srgbClr val="FFFFFF"/>
                </a:solidFill>
                <a:latin typeface="맑은 고딕"/>
              </a:defRPr>
            </a:pPr>
            <a:r>
              <a:rPr lang="ko-KR" alt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🎨</a:t>
            </a:r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1600" y="4389120"/>
            <a:ext cx="228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rPr lang="ko-KR" altLang="en-US"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김다솜</a:t>
            </a:r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71600" y="4846320"/>
            <a:ext cx="228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1400" b="0">
                <a:solidFill>
                  <a:srgbClr val="B4B9C8"/>
                </a:solidFill>
                <a:latin typeface="맑은 고딕"/>
              </a:defRPr>
            </a:pPr>
            <a:r>
              <a:rPr 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UI </a:t>
            </a:r>
            <a:r>
              <a:rPr lang="ko-KR" alt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개발</a:t>
            </a:r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114800" y="3200400"/>
            <a:ext cx="2286000" cy="2743200"/>
          </a:xfrm>
          <a:prstGeom prst="roundRect">
            <a:avLst>
              <a:gd name="adj" fmla="val 20000"/>
            </a:avLst>
          </a:prstGeom>
          <a:solidFill>
            <a:srgbClr val="1E2032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4800" y="3474720"/>
            <a:ext cx="228600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5000" b="0">
                <a:solidFill>
                  <a:srgbClr val="FFFFFF"/>
                </a:solidFill>
                <a:latin typeface="맑은 고딕"/>
              </a:defRPr>
            </a:pPr>
            <a:r>
              <a:rPr lang="ko-KR" alt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🖥️</a:t>
            </a:r>
          </a:p>
          <a:p>
            <a:pPr algn="ctr">
              <a:defRPr sz="5000" b="0">
                <a:solidFill>
                  <a:srgbClr val="FFFFFF"/>
                </a:solidFill>
                <a:latin typeface="맑은 고딕"/>
              </a:defRPr>
            </a:pPr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14800" y="4389120"/>
            <a:ext cx="228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rPr lang="ko-KR" alt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김윤지</a:t>
            </a:r>
            <a:endParaRPr 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114800" y="4846320"/>
            <a:ext cx="228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1400" b="0">
                <a:solidFill>
                  <a:srgbClr val="B4B9C8"/>
                </a:solidFill>
                <a:latin typeface="맑은 고딕"/>
              </a:defRPr>
            </a:pPr>
            <a:r>
              <a:rPr lang="ko-KR" altLang="en-US"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백엔드</a:t>
            </a:r>
            <a:r>
              <a:rPr lang="ko-KR" alt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개발</a:t>
            </a:r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858000" y="3200400"/>
            <a:ext cx="2286000" cy="2743200"/>
          </a:xfrm>
          <a:prstGeom prst="roundRect">
            <a:avLst>
              <a:gd name="adj" fmla="val 20000"/>
            </a:avLst>
          </a:prstGeom>
          <a:solidFill>
            <a:srgbClr val="1E2032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58000" y="3474720"/>
            <a:ext cx="22860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5000" b="0">
                <a:solidFill>
                  <a:srgbClr val="FFFFFF"/>
                </a:solidFill>
                <a:latin typeface="맑은 고딕"/>
              </a:defRPr>
            </a:pPr>
            <a:r>
              <a:rPr lang="ko-KR" alt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📘</a:t>
            </a:r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8000" y="4389120"/>
            <a:ext cx="228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rPr lang="ko-KR" altLang="en-US"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김효빈</a:t>
            </a:r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0" y="4846320"/>
            <a:ext cx="228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1400" b="0">
                <a:solidFill>
                  <a:srgbClr val="B4B9C8"/>
                </a:solidFill>
                <a:latin typeface="맑은 고딕"/>
              </a:defRPr>
            </a:pPr>
            <a:r>
              <a:rPr 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UI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개발</a:t>
            </a:r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601200" y="3200400"/>
            <a:ext cx="2286000" cy="2743200"/>
          </a:xfrm>
          <a:prstGeom prst="roundRect">
            <a:avLst>
              <a:gd name="adj" fmla="val 20000"/>
            </a:avLst>
          </a:prstGeom>
          <a:solidFill>
            <a:srgbClr val="1E2032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01200" y="3474720"/>
            <a:ext cx="22860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5000" b="0">
                <a:solidFill>
                  <a:srgbClr val="FFFFFF"/>
                </a:solidFill>
                <a:latin typeface="맑은 고딕"/>
              </a:defRPr>
            </a:pPr>
            <a:r>
              <a:rPr lang="ko-KR" alt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🧠</a:t>
            </a:r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601200" y="4389120"/>
            <a:ext cx="228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rPr lang="ko-KR" alt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임현준</a:t>
            </a:r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601200" y="4846320"/>
            <a:ext cx="228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1400" b="0">
                <a:solidFill>
                  <a:srgbClr val="B4B9C8"/>
                </a:solidFill>
                <a:latin typeface="맑은 고딕"/>
              </a:defRPr>
            </a:pPr>
            <a:r>
              <a:rPr lang="ko-KR" altLang="en-US"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백엔드</a:t>
            </a:r>
            <a:r>
              <a:rPr lang="ko-KR" alt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개발</a:t>
            </a:r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1097280"/>
            <a:ext cx="9144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3600" b="1">
                <a:solidFill>
                  <a:srgbClr val="A08CFF"/>
                </a:solidFill>
                <a:latin typeface="맑은 고딕"/>
              </a:defRPr>
            </a:pP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문제는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콘텐츠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부족이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아니라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,</a:t>
            </a:r>
            <a:b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</a:b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결정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피로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(Decision Fatigue)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600" b="0">
                <a:solidFill>
                  <a:srgbClr val="B4B9C8"/>
                </a:solidFill>
                <a:latin typeface="맑은 고딕"/>
              </a:defRPr>
            </a:pP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선택지가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너무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많아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결정을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내리기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어렵고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,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채널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/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앱을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오가며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시간을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소비하다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결국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이탈하는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현상</a:t>
            </a:r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371600" y="4114800"/>
            <a:ext cx="1828800" cy="1828800"/>
          </a:xfrm>
          <a:prstGeom prst="roundRect">
            <a:avLst>
              <a:gd name="adj" fmla="val 20000"/>
            </a:avLst>
          </a:prstGeom>
          <a:solidFill>
            <a:srgbClr val="1E2032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71600" y="4035743"/>
            <a:ext cx="18288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4000" b="0">
                <a:solidFill>
                  <a:srgbClr val="FFFFFF"/>
                </a:solidFill>
                <a:latin typeface="맑은 고딕"/>
              </a:defRPr>
            </a:pP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67263"/>
            <a:ext cx="18288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채널 서핑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133023"/>
            <a:ext cx="1828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1400" b="0">
                <a:solidFill>
                  <a:srgbClr val="B4B9C8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고민만 반복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83280" y="4974908"/>
            <a:ext cx="365760" cy="182880"/>
          </a:xfrm>
          <a:prstGeom prst="rightArrow">
            <a:avLst/>
          </a:prstGeom>
          <a:solidFill>
            <a:srgbClr val="A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931920" y="4114800"/>
            <a:ext cx="1828800" cy="1828800"/>
          </a:xfrm>
          <a:prstGeom prst="roundRect">
            <a:avLst>
              <a:gd name="adj" fmla="val 20000"/>
            </a:avLst>
          </a:prstGeom>
          <a:solidFill>
            <a:srgbClr val="1E2032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931920" y="4035743"/>
            <a:ext cx="18288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4000" b="0">
                <a:solidFill>
                  <a:srgbClr val="FFFFFF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4767263"/>
            <a:ext cx="18288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시간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소비</a:t>
            </a:r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31920" y="5133023"/>
            <a:ext cx="1828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1400" b="0">
                <a:solidFill>
                  <a:srgbClr val="B4B9C8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탐색 &gt; 시청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43600" y="4974908"/>
            <a:ext cx="365760" cy="182880"/>
          </a:xfrm>
          <a:prstGeom prst="rightArrow">
            <a:avLst/>
          </a:prstGeom>
          <a:solidFill>
            <a:srgbClr val="A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92240" y="4114800"/>
            <a:ext cx="1828800" cy="1828800"/>
          </a:xfrm>
          <a:prstGeom prst="roundRect">
            <a:avLst>
              <a:gd name="adj" fmla="val 20000"/>
            </a:avLst>
          </a:prstGeom>
          <a:solidFill>
            <a:srgbClr val="1E2032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92240" y="4035743"/>
            <a:ext cx="18288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4000" b="0">
                <a:solidFill>
                  <a:srgbClr val="FFFFFF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767263"/>
            <a:ext cx="18288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피로 누적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5133023"/>
            <a:ext cx="1828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1400" b="0">
                <a:solidFill>
                  <a:srgbClr val="B4B9C8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몰입 저하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503920" y="4974908"/>
            <a:ext cx="365760" cy="182880"/>
          </a:xfrm>
          <a:prstGeom prst="rightArrow">
            <a:avLst/>
          </a:prstGeom>
          <a:solidFill>
            <a:srgbClr val="A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052560" y="4114800"/>
            <a:ext cx="1828800" cy="1828800"/>
          </a:xfrm>
          <a:prstGeom prst="roundRect">
            <a:avLst>
              <a:gd name="adj" fmla="val 20000"/>
            </a:avLst>
          </a:prstGeom>
          <a:solidFill>
            <a:srgbClr val="C83232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052560" y="4035743"/>
            <a:ext cx="18288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4000" b="0">
                <a:solidFill>
                  <a:srgbClr val="FFFFFF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4767263"/>
            <a:ext cx="18288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이탈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5133023"/>
            <a:ext cx="1828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1400" b="0">
                <a:solidFill>
                  <a:srgbClr val="B4B9C8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아무것도 안 봄</a:t>
            </a:r>
          </a:p>
        </p:txBody>
      </p:sp>
      <p:sp>
        <p:nvSpPr>
          <p:cNvPr id="26" name="Rounded Rectangle 1">
            <a:extLst>
              <a:ext uri="{FF2B5EF4-FFF2-40B4-BE49-F238E27FC236}">
                <a16:creationId xmlns:a16="http://schemas.microsoft.com/office/drawing/2014/main" id="{A1472B14-EF28-3D71-3F51-2A7E2944E834}"/>
              </a:ext>
            </a:extLst>
          </p:cNvPr>
          <p:cNvSpPr/>
          <p:nvPr/>
        </p:nvSpPr>
        <p:spPr>
          <a:xfrm>
            <a:off x="914400" y="457200"/>
            <a:ext cx="1371600" cy="365760"/>
          </a:xfrm>
          <a:prstGeom prst="roundRect">
            <a:avLst>
              <a:gd name="adj" fmla="val 100000"/>
            </a:avLst>
          </a:prstGeom>
          <a:solidFill>
            <a:srgbClr val="2D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rPr 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2. </a:t>
            </a:r>
            <a:r>
              <a:rPr lang="ko-KR" alt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문제 정의</a:t>
            </a:r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3600" b="1">
                <a:solidFill>
                  <a:srgbClr val="A08CFF"/>
                </a:solidFill>
                <a:latin typeface="맑은 고딕"/>
              </a:defRPr>
            </a:pP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리모컨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없는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시청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경험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(Zero UI)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49088"/>
            <a:ext cx="100584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600" b="0">
                <a:solidFill>
                  <a:srgbClr val="B4B9C8"/>
                </a:solidFill>
                <a:latin typeface="맑은 고딕"/>
              </a:defRPr>
            </a:pP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TV를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켜는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순간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, </a:t>
            </a:r>
            <a:r>
              <a:rPr lang="ko-KR" alt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나만의 채널만 틀어 놓으면 </a:t>
            </a:r>
            <a:r>
              <a:rPr lang="en-US" altLang="ko-KR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AI</a:t>
            </a:r>
            <a:r>
              <a:rPr lang="ko-KR" alt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가 자동으로 편성하고 재생합니다</a:t>
            </a:r>
            <a:r>
              <a:rPr lang="en-US" altLang="ko-KR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</a:t>
            </a:r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14400" y="2926080"/>
            <a:ext cx="3291840" cy="3657600"/>
          </a:xfrm>
          <a:prstGeom prst="roundRect">
            <a:avLst>
              <a:gd name="adj" fmla="val 20000"/>
            </a:avLst>
          </a:prstGeom>
          <a:solidFill>
            <a:srgbClr val="1E2032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7280" y="3108960"/>
            <a:ext cx="2926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800" b="1">
                <a:solidFill>
                  <a:srgbClr val="3C78FF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1️⃣ 초개인화 자동 편성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29260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400" b="0">
                <a:solidFill>
                  <a:srgbClr val="B4B9C8"/>
                </a:solidFill>
                <a:latin typeface="맑은 고딕"/>
              </a:defRPr>
            </a:pP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시청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이력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,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선호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장르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,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시간대별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패턴을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학습하여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채널을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실시간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분석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후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자동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편성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하나의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채널처럼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연속적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경험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제공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926080"/>
            <a:ext cx="3291840" cy="3657600"/>
          </a:xfrm>
          <a:prstGeom prst="roundRect">
            <a:avLst>
              <a:gd name="adj" fmla="val 20000"/>
            </a:avLst>
          </a:prstGeom>
          <a:solidFill>
            <a:srgbClr val="1E2032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754880" y="3108960"/>
            <a:ext cx="2926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800" b="1">
                <a:solidFill>
                  <a:srgbClr val="32C8C8"/>
                </a:solidFill>
                <a:latin typeface="맑은 고딕"/>
              </a:defRPr>
            </a:pP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2️⃣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콘텐츠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확장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(TV-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일상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657600"/>
            <a:ext cx="29260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400" b="0">
                <a:solidFill>
                  <a:srgbClr val="B4B9C8"/>
                </a:solidFill>
                <a:latin typeface="맑은 고딕"/>
              </a:defRPr>
            </a:pP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기존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방송</a:t>
            </a:r>
            <a:r>
              <a:rPr 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뿐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아니라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홈캠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등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외부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실시간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스트림을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연동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TV를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생활과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연결된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미디어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플랫폼으로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진화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926080"/>
            <a:ext cx="3291840" cy="3657600"/>
          </a:xfrm>
          <a:prstGeom prst="roundRect">
            <a:avLst>
              <a:gd name="adj" fmla="val 20000"/>
            </a:avLst>
          </a:prstGeom>
          <a:solidFill>
            <a:srgbClr val="1E2032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412480" y="3108960"/>
            <a:ext cx="2926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800" b="1">
                <a:solidFill>
                  <a:srgbClr val="785AFF"/>
                </a:solidFill>
                <a:latin typeface="맑은 고딕"/>
              </a:defRPr>
            </a:pP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3️⃣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통합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미디어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경험</a:t>
            </a:r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412480" y="3657600"/>
            <a:ext cx="29260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400" b="0">
                <a:solidFill>
                  <a:srgbClr val="B4B9C8"/>
                </a:solidFill>
                <a:latin typeface="맑은 고딕"/>
              </a:defRPr>
            </a:pP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방송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콘텐츠와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개인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라이브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스트림을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통합하여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AI가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시청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흐름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제어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단순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추천을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넘어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시청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방식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자체를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자동화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</a:t>
            </a:r>
          </a:p>
        </p:txBody>
      </p:sp>
      <p:sp>
        <p:nvSpPr>
          <p:cNvPr id="14" name="Rounded Rectangle 1">
            <a:extLst>
              <a:ext uri="{FF2B5EF4-FFF2-40B4-BE49-F238E27FC236}">
                <a16:creationId xmlns:a16="http://schemas.microsoft.com/office/drawing/2014/main" id="{08338E07-8A81-EE9C-9440-16C84582B54C}"/>
              </a:ext>
            </a:extLst>
          </p:cNvPr>
          <p:cNvSpPr/>
          <p:nvPr/>
        </p:nvSpPr>
        <p:spPr>
          <a:xfrm>
            <a:off x="914400" y="457200"/>
            <a:ext cx="1371600" cy="365760"/>
          </a:xfrm>
          <a:prstGeom prst="roundRect">
            <a:avLst>
              <a:gd name="adj" fmla="val 100000"/>
            </a:avLst>
          </a:prstGeom>
          <a:solidFill>
            <a:srgbClr val="2D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rPr 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3. </a:t>
            </a:r>
            <a:r>
              <a:rPr lang="ko-KR" alt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핵심 컨셉</a:t>
            </a:r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275B7C-D567-1E0D-012D-C4A7DD779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55770321-35E2-6C3F-D85A-3AA7D5444283}"/>
              </a:ext>
            </a:extLst>
          </p:cNvPr>
          <p:cNvSpPr txBox="1"/>
          <p:nvPr/>
        </p:nvSpPr>
        <p:spPr>
          <a:xfrm>
            <a:off x="880110" y="7543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3600" b="1">
                <a:solidFill>
                  <a:srgbClr val="A08CFF"/>
                </a:solidFill>
                <a:latin typeface="맑은 고딕"/>
              </a:defRPr>
            </a:pP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추천을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넘어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,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자동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편성으로</a:t>
            </a:r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D8D895-5494-F344-5C3D-520E6A6BCDFC}"/>
              </a:ext>
            </a:extLst>
          </p:cNvPr>
          <p:cNvSpPr txBox="1"/>
          <p:nvPr/>
        </p:nvSpPr>
        <p:spPr>
          <a:xfrm>
            <a:off x="914400" y="1402080"/>
            <a:ext cx="73152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600" b="0">
                <a:solidFill>
                  <a:srgbClr val="B4B9C8"/>
                </a:solidFill>
                <a:latin typeface="맑은 고딕"/>
              </a:defRPr>
            </a:pPr>
            <a:r>
              <a:rPr lang="ko-KR" alt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구글 연동을 통한 유튜브 사용 이력</a:t>
            </a:r>
            <a:r>
              <a:rPr lang="en-US" altLang="ko-KR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, </a:t>
            </a:r>
            <a:r>
              <a:rPr lang="en-US" altLang="ko-KR"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TVPlus</a:t>
            </a:r>
            <a:r>
              <a:rPr lang="en-US" altLang="ko-KR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ko-KR" alt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시청 이력</a:t>
            </a:r>
            <a:r>
              <a:rPr lang="en-US" altLang="ko-KR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, </a:t>
            </a:r>
            <a:r>
              <a:rPr lang="ko-KR" alt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선호 장르 기반 추천 </a:t>
            </a:r>
            <a:r>
              <a:rPr lang="en-US" altLang="ko-KR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</a:p>
        </p:txBody>
      </p:sp>
      <p:sp>
        <p:nvSpPr>
          <p:cNvPr id="18" name="Rounded Rectangle 5">
            <a:extLst>
              <a:ext uri="{FF2B5EF4-FFF2-40B4-BE49-F238E27FC236}">
                <a16:creationId xmlns:a16="http://schemas.microsoft.com/office/drawing/2014/main" id="{4A627D97-3F04-E6A4-8282-F5E3C5BE2F21}"/>
              </a:ext>
            </a:extLst>
          </p:cNvPr>
          <p:cNvSpPr/>
          <p:nvPr/>
        </p:nvSpPr>
        <p:spPr>
          <a:xfrm>
            <a:off x="697230" y="2545080"/>
            <a:ext cx="2743200" cy="3657600"/>
          </a:xfrm>
          <a:prstGeom prst="roundRect">
            <a:avLst>
              <a:gd name="adj" fmla="val 20000"/>
            </a:avLst>
          </a:prstGeom>
          <a:solidFill>
            <a:srgbClr val="1E2032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9" name="Rounded Rectangle 6">
            <a:extLst>
              <a:ext uri="{FF2B5EF4-FFF2-40B4-BE49-F238E27FC236}">
                <a16:creationId xmlns:a16="http://schemas.microsoft.com/office/drawing/2014/main" id="{462ED8C0-77A7-1AAE-A15A-72B05F25ABD5}"/>
              </a:ext>
            </a:extLst>
          </p:cNvPr>
          <p:cNvSpPr/>
          <p:nvPr/>
        </p:nvSpPr>
        <p:spPr>
          <a:xfrm>
            <a:off x="845820" y="3341311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1E2032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9AFCB0-7D6B-4748-C2E8-F85D815B4444}"/>
              </a:ext>
            </a:extLst>
          </p:cNvPr>
          <p:cNvSpPr txBox="1"/>
          <p:nvPr/>
        </p:nvSpPr>
        <p:spPr>
          <a:xfrm>
            <a:off x="1120140" y="3143191"/>
            <a:ext cx="4572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🕒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8446CC-135E-1BA4-3A6D-8EAC686D73CB}"/>
              </a:ext>
            </a:extLst>
          </p:cNvPr>
          <p:cNvSpPr txBox="1"/>
          <p:nvPr/>
        </p:nvSpPr>
        <p:spPr>
          <a:xfrm>
            <a:off x="1577340" y="3143191"/>
            <a:ext cx="1645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rPr lang="ko-KR" alt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유튜브 시청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이력</a:t>
            </a:r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2" name="Rounded Rectangle 9">
            <a:extLst>
              <a:ext uri="{FF2B5EF4-FFF2-40B4-BE49-F238E27FC236}">
                <a16:creationId xmlns:a16="http://schemas.microsoft.com/office/drawing/2014/main" id="{DDFF0A10-B1A0-3393-D2AB-146499AC37F8}"/>
              </a:ext>
            </a:extLst>
          </p:cNvPr>
          <p:cNvSpPr/>
          <p:nvPr/>
        </p:nvSpPr>
        <p:spPr>
          <a:xfrm>
            <a:off x="845820" y="3889951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1E2032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069D24-D62E-F5CE-D595-72B1C71961EC}"/>
              </a:ext>
            </a:extLst>
          </p:cNvPr>
          <p:cNvSpPr txBox="1"/>
          <p:nvPr/>
        </p:nvSpPr>
        <p:spPr>
          <a:xfrm>
            <a:off x="1120140" y="3691831"/>
            <a:ext cx="4572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❤️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B3827E-AB52-EDE6-5792-303C789C7029}"/>
              </a:ext>
            </a:extLst>
          </p:cNvPr>
          <p:cNvSpPr txBox="1"/>
          <p:nvPr/>
        </p:nvSpPr>
        <p:spPr>
          <a:xfrm>
            <a:off x="1577340" y="3691831"/>
            <a:ext cx="1645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선호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장르</a:t>
            </a:r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5" name="Rounded Rectangle 12">
            <a:extLst>
              <a:ext uri="{FF2B5EF4-FFF2-40B4-BE49-F238E27FC236}">
                <a16:creationId xmlns:a16="http://schemas.microsoft.com/office/drawing/2014/main" id="{47577274-B80C-9C8D-4B6A-5BB9FD0AFA19}"/>
              </a:ext>
            </a:extLst>
          </p:cNvPr>
          <p:cNvSpPr/>
          <p:nvPr/>
        </p:nvSpPr>
        <p:spPr>
          <a:xfrm>
            <a:off x="845820" y="4438591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1E2032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B1B3BA6-528E-4732-80E1-C85B0FB5056D}"/>
              </a:ext>
            </a:extLst>
          </p:cNvPr>
          <p:cNvSpPr txBox="1"/>
          <p:nvPr/>
        </p:nvSpPr>
        <p:spPr>
          <a:xfrm>
            <a:off x="1120140" y="4240471"/>
            <a:ext cx="4572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🕓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0C0BAE-EFC8-F540-B150-18C57AAA0382}"/>
              </a:ext>
            </a:extLst>
          </p:cNvPr>
          <p:cNvSpPr txBox="1"/>
          <p:nvPr/>
        </p:nvSpPr>
        <p:spPr>
          <a:xfrm>
            <a:off x="1577340" y="4240471"/>
            <a:ext cx="1645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시간대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패턴</a:t>
            </a:r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8" name="Rounded Rectangle 15">
            <a:extLst>
              <a:ext uri="{FF2B5EF4-FFF2-40B4-BE49-F238E27FC236}">
                <a16:creationId xmlns:a16="http://schemas.microsoft.com/office/drawing/2014/main" id="{930067C1-5945-6159-CE29-9F1F2CFF70CF}"/>
              </a:ext>
            </a:extLst>
          </p:cNvPr>
          <p:cNvSpPr/>
          <p:nvPr/>
        </p:nvSpPr>
        <p:spPr>
          <a:xfrm>
            <a:off x="880110" y="4983659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1E2032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ECACE2-27D1-0C4C-BA9C-37D3BEE474D3}"/>
              </a:ext>
            </a:extLst>
          </p:cNvPr>
          <p:cNvSpPr txBox="1"/>
          <p:nvPr/>
        </p:nvSpPr>
        <p:spPr>
          <a:xfrm>
            <a:off x="1120140" y="4789111"/>
            <a:ext cx="4572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📹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EE966C-A366-DFC0-A6E0-704BB917EDDD}"/>
              </a:ext>
            </a:extLst>
          </p:cNvPr>
          <p:cNvSpPr txBox="1"/>
          <p:nvPr/>
        </p:nvSpPr>
        <p:spPr>
          <a:xfrm>
            <a:off x="1577340" y="4789111"/>
            <a:ext cx="1645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홈캠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/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외부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라이브</a:t>
            </a:r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1" name="Rounded Rectangle 18">
            <a:extLst>
              <a:ext uri="{FF2B5EF4-FFF2-40B4-BE49-F238E27FC236}">
                <a16:creationId xmlns:a16="http://schemas.microsoft.com/office/drawing/2014/main" id="{C4867388-E4AE-950E-4FF5-87BE6B3ECD4C}"/>
              </a:ext>
            </a:extLst>
          </p:cNvPr>
          <p:cNvSpPr/>
          <p:nvPr/>
        </p:nvSpPr>
        <p:spPr>
          <a:xfrm>
            <a:off x="845820" y="2783265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1E2032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AFDCCB9-A942-07EC-FCFD-902CCE96324F}"/>
              </a:ext>
            </a:extLst>
          </p:cNvPr>
          <p:cNvSpPr txBox="1"/>
          <p:nvPr/>
        </p:nvSpPr>
        <p:spPr>
          <a:xfrm>
            <a:off x="1120140" y="2585145"/>
            <a:ext cx="4572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👁️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F406123-F172-AA0F-98BB-A37B3A82D032}"/>
              </a:ext>
            </a:extLst>
          </p:cNvPr>
          <p:cNvSpPr txBox="1"/>
          <p:nvPr/>
        </p:nvSpPr>
        <p:spPr>
          <a:xfrm>
            <a:off x="1577340" y="2585145"/>
            <a:ext cx="1645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rPr lang="en-US"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TVPlus</a:t>
            </a:r>
            <a:r>
              <a:rPr 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ko-KR" alt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시청 이력</a:t>
            </a:r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4" name="Rounded Rectangle 21">
            <a:extLst>
              <a:ext uri="{FF2B5EF4-FFF2-40B4-BE49-F238E27FC236}">
                <a16:creationId xmlns:a16="http://schemas.microsoft.com/office/drawing/2014/main" id="{4327FC77-7503-CBBB-A064-26E351A821F0}"/>
              </a:ext>
            </a:extLst>
          </p:cNvPr>
          <p:cNvSpPr/>
          <p:nvPr/>
        </p:nvSpPr>
        <p:spPr>
          <a:xfrm>
            <a:off x="880110" y="556260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1E2032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2CBDC6-BB1A-F622-2FEF-2EF07D0555D4}"/>
              </a:ext>
            </a:extLst>
          </p:cNvPr>
          <p:cNvSpPr txBox="1"/>
          <p:nvPr/>
        </p:nvSpPr>
        <p:spPr>
          <a:xfrm>
            <a:off x="1154430" y="5364480"/>
            <a:ext cx="4572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🎤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8369B81-458A-75A9-CBD4-37502DF8686D}"/>
              </a:ext>
            </a:extLst>
          </p:cNvPr>
          <p:cNvSpPr txBox="1"/>
          <p:nvPr/>
        </p:nvSpPr>
        <p:spPr>
          <a:xfrm>
            <a:off x="1611630" y="5364480"/>
            <a:ext cx="1645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Audio AI</a:t>
            </a:r>
          </a:p>
        </p:txBody>
      </p:sp>
      <p:sp>
        <p:nvSpPr>
          <p:cNvPr id="37" name="Right Arrow 24">
            <a:extLst>
              <a:ext uri="{FF2B5EF4-FFF2-40B4-BE49-F238E27FC236}">
                <a16:creationId xmlns:a16="http://schemas.microsoft.com/office/drawing/2014/main" id="{4A9D061C-A37D-D96C-5D82-000759958504}"/>
              </a:ext>
            </a:extLst>
          </p:cNvPr>
          <p:cNvSpPr/>
          <p:nvPr/>
        </p:nvSpPr>
        <p:spPr>
          <a:xfrm>
            <a:off x="3623310" y="4191000"/>
            <a:ext cx="548640" cy="365760"/>
          </a:xfrm>
          <a:prstGeom prst="rightArrow">
            <a:avLst/>
          </a:prstGeom>
          <a:solidFill>
            <a:srgbClr val="78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8" name="Rounded Rectangle 25">
            <a:extLst>
              <a:ext uri="{FF2B5EF4-FFF2-40B4-BE49-F238E27FC236}">
                <a16:creationId xmlns:a16="http://schemas.microsoft.com/office/drawing/2014/main" id="{CBFE8AC9-53B6-F7C5-BA93-DCE0974C5772}"/>
              </a:ext>
            </a:extLst>
          </p:cNvPr>
          <p:cNvSpPr/>
          <p:nvPr/>
        </p:nvSpPr>
        <p:spPr>
          <a:xfrm>
            <a:off x="4354830" y="2087880"/>
            <a:ext cx="3657600" cy="4572000"/>
          </a:xfrm>
          <a:prstGeom prst="roundRect">
            <a:avLst>
              <a:gd name="adj" fmla="val 20000"/>
            </a:avLst>
          </a:prstGeom>
          <a:solidFill>
            <a:srgbClr val="2D2D46"/>
          </a:solidFill>
          <a:ln w="12700">
            <a:solidFill>
              <a:srgbClr val="78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15ED3AF-B4A4-2AD9-66D0-4DC032C4BDC6}"/>
              </a:ext>
            </a:extLst>
          </p:cNvPr>
          <p:cNvSpPr txBox="1"/>
          <p:nvPr/>
        </p:nvSpPr>
        <p:spPr>
          <a:xfrm>
            <a:off x="5726430" y="2316480"/>
            <a:ext cx="9144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5000" b="0">
                <a:solidFill>
                  <a:srgbClr val="FFFFFF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🧠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42910C0-67C7-B91E-3F20-DDA10063303A}"/>
              </a:ext>
            </a:extLst>
          </p:cNvPr>
          <p:cNvSpPr txBox="1"/>
          <p:nvPr/>
        </p:nvSpPr>
        <p:spPr>
          <a:xfrm>
            <a:off x="4263390" y="3230880"/>
            <a:ext cx="36576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AI 코어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7B7AE55-3421-B2E5-FDEA-BE1B8980A7A9}"/>
              </a:ext>
            </a:extLst>
          </p:cNvPr>
          <p:cNvSpPr txBox="1"/>
          <p:nvPr/>
        </p:nvSpPr>
        <p:spPr>
          <a:xfrm>
            <a:off x="4263390" y="3688080"/>
            <a:ext cx="3657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1400" b="0">
                <a:solidFill>
                  <a:srgbClr val="B4B9C8"/>
                </a:solidFill>
                <a:latin typeface="맑은 고딕"/>
              </a:defRPr>
            </a:pP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추천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+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상황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인식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+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편성</a:t>
            </a:r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42" name="Rounded Rectangle 29">
            <a:extLst>
              <a:ext uri="{FF2B5EF4-FFF2-40B4-BE49-F238E27FC236}">
                <a16:creationId xmlns:a16="http://schemas.microsoft.com/office/drawing/2014/main" id="{E3088ECD-2830-6418-B3DA-5CB474DD6AB9}"/>
              </a:ext>
            </a:extLst>
          </p:cNvPr>
          <p:cNvSpPr/>
          <p:nvPr/>
        </p:nvSpPr>
        <p:spPr>
          <a:xfrm>
            <a:off x="4629150" y="4419600"/>
            <a:ext cx="914400" cy="365760"/>
          </a:xfrm>
          <a:prstGeom prst="roundRect">
            <a:avLst>
              <a:gd name="adj" fmla="val 100000"/>
            </a:avLst>
          </a:prstGeom>
          <a:solidFill>
            <a:srgbClr val="1E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B4B9C8"/>
                </a:solidFill>
              </a:defRPr>
            </a:pP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추천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엔진</a:t>
            </a:r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43" name="Rounded Rectangle 30">
            <a:extLst>
              <a:ext uri="{FF2B5EF4-FFF2-40B4-BE49-F238E27FC236}">
                <a16:creationId xmlns:a16="http://schemas.microsoft.com/office/drawing/2014/main" id="{AAFE6135-0E40-8866-5A70-079893B1E8E0}"/>
              </a:ext>
            </a:extLst>
          </p:cNvPr>
          <p:cNvSpPr/>
          <p:nvPr/>
        </p:nvSpPr>
        <p:spPr>
          <a:xfrm>
            <a:off x="5726430" y="4419600"/>
            <a:ext cx="914400" cy="365760"/>
          </a:xfrm>
          <a:prstGeom prst="roundRect">
            <a:avLst>
              <a:gd name="adj" fmla="val 100000"/>
            </a:avLst>
          </a:prstGeom>
          <a:solidFill>
            <a:srgbClr val="1E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B4B9C8"/>
                </a:solidFill>
              </a:defRPr>
            </a:pP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상황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인식</a:t>
            </a:r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44" name="Rounded Rectangle 31">
            <a:extLst>
              <a:ext uri="{FF2B5EF4-FFF2-40B4-BE49-F238E27FC236}">
                <a16:creationId xmlns:a16="http://schemas.microsoft.com/office/drawing/2014/main" id="{44BC3F90-4A5F-2928-637E-A871875709F9}"/>
              </a:ext>
            </a:extLst>
          </p:cNvPr>
          <p:cNvSpPr/>
          <p:nvPr/>
        </p:nvSpPr>
        <p:spPr>
          <a:xfrm>
            <a:off x="6823710" y="4419600"/>
            <a:ext cx="914400" cy="365760"/>
          </a:xfrm>
          <a:prstGeom prst="roundRect">
            <a:avLst>
              <a:gd name="adj" fmla="val 100000"/>
            </a:avLst>
          </a:prstGeom>
          <a:solidFill>
            <a:srgbClr val="1E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B4B9C8"/>
                </a:solidFill>
              </a:defRPr>
            </a:pP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편성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엔진</a:t>
            </a:r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45" name="Rounded Rectangle 32">
            <a:extLst>
              <a:ext uri="{FF2B5EF4-FFF2-40B4-BE49-F238E27FC236}">
                <a16:creationId xmlns:a16="http://schemas.microsoft.com/office/drawing/2014/main" id="{C2CC1977-2737-B719-4A0A-09CD678B422B}"/>
              </a:ext>
            </a:extLst>
          </p:cNvPr>
          <p:cNvSpPr/>
          <p:nvPr/>
        </p:nvSpPr>
        <p:spPr>
          <a:xfrm>
            <a:off x="5269230" y="5334000"/>
            <a:ext cx="1828800" cy="365760"/>
          </a:xfrm>
          <a:prstGeom prst="roundRect">
            <a:avLst>
              <a:gd name="adj" fmla="val 100000"/>
            </a:avLst>
          </a:prstGeom>
          <a:solidFill>
            <a:srgbClr val="1E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🟢 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실시간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분석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중</a:t>
            </a:r>
          </a:p>
        </p:txBody>
      </p:sp>
      <p:sp>
        <p:nvSpPr>
          <p:cNvPr id="46" name="Right Arrow 33">
            <a:extLst>
              <a:ext uri="{FF2B5EF4-FFF2-40B4-BE49-F238E27FC236}">
                <a16:creationId xmlns:a16="http://schemas.microsoft.com/office/drawing/2014/main" id="{AA2AD3B9-2F73-045D-432C-CD46E7689A10}"/>
              </a:ext>
            </a:extLst>
          </p:cNvPr>
          <p:cNvSpPr/>
          <p:nvPr/>
        </p:nvSpPr>
        <p:spPr>
          <a:xfrm>
            <a:off x="8195310" y="4191000"/>
            <a:ext cx="548640" cy="365760"/>
          </a:xfrm>
          <a:prstGeom prst="rightArrow">
            <a:avLst/>
          </a:prstGeom>
          <a:solidFill>
            <a:srgbClr val="78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48" name="Rounded Rectangle 35">
            <a:extLst>
              <a:ext uri="{FF2B5EF4-FFF2-40B4-BE49-F238E27FC236}">
                <a16:creationId xmlns:a16="http://schemas.microsoft.com/office/drawing/2014/main" id="{0F3360F7-7E16-8DCB-16F2-89E620609CC9}"/>
              </a:ext>
            </a:extLst>
          </p:cNvPr>
          <p:cNvSpPr/>
          <p:nvPr/>
        </p:nvSpPr>
        <p:spPr>
          <a:xfrm>
            <a:off x="8926830" y="2545080"/>
            <a:ext cx="2743200" cy="3657600"/>
          </a:xfrm>
          <a:prstGeom prst="roundRect">
            <a:avLst>
              <a:gd name="adj" fmla="val 20000"/>
            </a:avLst>
          </a:prstGeom>
          <a:solidFill>
            <a:srgbClr val="1E2032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49" name="Rounded Rectangle 36">
            <a:extLst>
              <a:ext uri="{FF2B5EF4-FFF2-40B4-BE49-F238E27FC236}">
                <a16:creationId xmlns:a16="http://schemas.microsoft.com/office/drawing/2014/main" id="{D3DB8E25-4959-1F81-8730-80AB2AC7F169}"/>
              </a:ext>
            </a:extLst>
          </p:cNvPr>
          <p:cNvSpPr/>
          <p:nvPr/>
        </p:nvSpPr>
        <p:spPr>
          <a:xfrm>
            <a:off x="9109710" y="281940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1E2032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A4E959C-5AE3-3B6A-29EA-21D7C9B4B8A4}"/>
              </a:ext>
            </a:extLst>
          </p:cNvPr>
          <p:cNvSpPr txBox="1"/>
          <p:nvPr/>
        </p:nvSpPr>
        <p:spPr>
          <a:xfrm>
            <a:off x="9246870" y="2674620"/>
            <a:ext cx="457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800" b="0">
                <a:solidFill>
                  <a:srgbClr val="32C8C8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▶️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1BE97A8-AA41-4E62-B7E4-EADC912F217F}"/>
              </a:ext>
            </a:extLst>
          </p:cNvPr>
          <p:cNvSpPr txBox="1"/>
          <p:nvPr/>
        </p:nvSpPr>
        <p:spPr>
          <a:xfrm>
            <a:off x="9704070" y="2674620"/>
            <a:ext cx="1645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TV Plus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콘텐츠</a:t>
            </a:r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2" name="Rounded Rectangle 39">
            <a:extLst>
              <a:ext uri="{FF2B5EF4-FFF2-40B4-BE49-F238E27FC236}">
                <a16:creationId xmlns:a16="http://schemas.microsoft.com/office/drawing/2014/main" id="{1E4F8DCD-2BCD-A147-07B2-4A14B35C10FE}"/>
              </a:ext>
            </a:extLst>
          </p:cNvPr>
          <p:cNvSpPr/>
          <p:nvPr/>
        </p:nvSpPr>
        <p:spPr>
          <a:xfrm>
            <a:off x="9109710" y="355092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1E2032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07F34AA-5999-B3AC-116E-BBE9E5058EEF}"/>
              </a:ext>
            </a:extLst>
          </p:cNvPr>
          <p:cNvSpPr txBox="1"/>
          <p:nvPr/>
        </p:nvSpPr>
        <p:spPr>
          <a:xfrm>
            <a:off x="9246870" y="3406140"/>
            <a:ext cx="457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800" b="0">
                <a:solidFill>
                  <a:srgbClr val="32C8C8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🟰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C0FCC62-7334-2AC4-75A7-A553EA3637DB}"/>
              </a:ext>
            </a:extLst>
          </p:cNvPr>
          <p:cNvSpPr txBox="1"/>
          <p:nvPr/>
        </p:nvSpPr>
        <p:spPr>
          <a:xfrm>
            <a:off x="9704070" y="3406140"/>
            <a:ext cx="1645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외부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스트림</a:t>
            </a:r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5" name="Rounded Rectangle 42">
            <a:extLst>
              <a:ext uri="{FF2B5EF4-FFF2-40B4-BE49-F238E27FC236}">
                <a16:creationId xmlns:a16="http://schemas.microsoft.com/office/drawing/2014/main" id="{05BC3974-B99E-9477-2111-918C08AE3142}"/>
              </a:ext>
            </a:extLst>
          </p:cNvPr>
          <p:cNvSpPr/>
          <p:nvPr/>
        </p:nvSpPr>
        <p:spPr>
          <a:xfrm>
            <a:off x="9109710" y="428244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1E2032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08186CE-C705-8E67-AA07-57464F9A9AFE}"/>
              </a:ext>
            </a:extLst>
          </p:cNvPr>
          <p:cNvSpPr txBox="1"/>
          <p:nvPr/>
        </p:nvSpPr>
        <p:spPr>
          <a:xfrm>
            <a:off x="9246870" y="4137660"/>
            <a:ext cx="457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800" b="0">
                <a:solidFill>
                  <a:srgbClr val="32C8C8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🔄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2008DC-39B0-73C9-723E-2D5A692D1AA2}"/>
              </a:ext>
            </a:extLst>
          </p:cNvPr>
          <p:cNvSpPr txBox="1"/>
          <p:nvPr/>
        </p:nvSpPr>
        <p:spPr>
          <a:xfrm>
            <a:off x="9704070" y="4137660"/>
            <a:ext cx="1645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자연스러운 전환</a:t>
            </a:r>
          </a:p>
        </p:txBody>
      </p:sp>
      <p:sp>
        <p:nvSpPr>
          <p:cNvPr id="58" name="Rounded Rectangle 45">
            <a:extLst>
              <a:ext uri="{FF2B5EF4-FFF2-40B4-BE49-F238E27FC236}">
                <a16:creationId xmlns:a16="http://schemas.microsoft.com/office/drawing/2014/main" id="{F9E42759-B8D7-3633-C5FE-9241E4891322}"/>
              </a:ext>
            </a:extLst>
          </p:cNvPr>
          <p:cNvSpPr/>
          <p:nvPr/>
        </p:nvSpPr>
        <p:spPr>
          <a:xfrm>
            <a:off x="9109710" y="501396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1E2032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ED38AA2-A7FD-C4DF-EE7C-624120A27895}"/>
              </a:ext>
            </a:extLst>
          </p:cNvPr>
          <p:cNvSpPr txBox="1"/>
          <p:nvPr/>
        </p:nvSpPr>
        <p:spPr>
          <a:xfrm>
            <a:off x="9246870" y="4869180"/>
            <a:ext cx="457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800" b="0">
                <a:solidFill>
                  <a:srgbClr val="32C8C8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✋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01EF30F-440E-03C9-5370-1339A25850D7}"/>
              </a:ext>
            </a:extLst>
          </p:cNvPr>
          <p:cNvSpPr txBox="1"/>
          <p:nvPr/>
        </p:nvSpPr>
        <p:spPr>
          <a:xfrm>
            <a:off x="9704070" y="4869180"/>
            <a:ext cx="1783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필요한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순간만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ko-KR" alt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개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입</a:t>
            </a:r>
          </a:p>
        </p:txBody>
      </p:sp>
      <p:sp>
        <p:nvSpPr>
          <p:cNvPr id="61" name="Rounded Rectangle 1">
            <a:extLst>
              <a:ext uri="{FF2B5EF4-FFF2-40B4-BE49-F238E27FC236}">
                <a16:creationId xmlns:a16="http://schemas.microsoft.com/office/drawing/2014/main" id="{4B07C34E-8888-6618-4143-52CE2284643F}"/>
              </a:ext>
            </a:extLst>
          </p:cNvPr>
          <p:cNvSpPr/>
          <p:nvPr/>
        </p:nvSpPr>
        <p:spPr>
          <a:xfrm>
            <a:off x="914400" y="457200"/>
            <a:ext cx="1371600" cy="365760"/>
          </a:xfrm>
          <a:prstGeom prst="roundRect">
            <a:avLst>
              <a:gd name="adj" fmla="val 100000"/>
            </a:avLst>
          </a:prstGeom>
          <a:solidFill>
            <a:srgbClr val="2D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rPr 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3. </a:t>
            </a:r>
            <a:r>
              <a:rPr lang="ko-KR" alt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핵심 컨셉</a:t>
            </a:r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7011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831189-F425-973A-6184-8BCDEE0FA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ounded Rectangle 1">
            <a:extLst>
              <a:ext uri="{FF2B5EF4-FFF2-40B4-BE49-F238E27FC236}">
                <a16:creationId xmlns:a16="http://schemas.microsoft.com/office/drawing/2014/main" id="{86F31A75-1406-B94B-EEFE-4672A0C9ADCD}"/>
              </a:ext>
            </a:extLst>
          </p:cNvPr>
          <p:cNvSpPr/>
          <p:nvPr/>
        </p:nvSpPr>
        <p:spPr>
          <a:xfrm>
            <a:off x="914400" y="457200"/>
            <a:ext cx="1371600" cy="365760"/>
          </a:xfrm>
          <a:prstGeom prst="roundRect">
            <a:avLst>
              <a:gd name="adj" fmla="val 100000"/>
            </a:avLst>
          </a:prstGeom>
          <a:solidFill>
            <a:srgbClr val="2D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FFFFFF"/>
                </a:solidFill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핵심 컨셉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D7E6A93-C111-BC64-732D-9B084EB5D5B8}"/>
              </a:ext>
            </a:extLst>
          </p:cNvPr>
          <p:cNvSpPr txBox="1"/>
          <p:nvPr/>
        </p:nvSpPr>
        <p:spPr>
          <a:xfrm>
            <a:off x="731520" y="8229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3600" b="1">
                <a:solidFill>
                  <a:srgbClr val="A08CFF"/>
                </a:solidFill>
                <a:latin typeface="맑은 고딕"/>
              </a:defRPr>
            </a:pP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AI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기반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개인화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채널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추천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시스템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구조</a:t>
            </a:r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90" name="Rounded Rectangle 3">
            <a:extLst>
              <a:ext uri="{FF2B5EF4-FFF2-40B4-BE49-F238E27FC236}">
                <a16:creationId xmlns:a16="http://schemas.microsoft.com/office/drawing/2014/main" id="{4214A178-0711-1CB5-B416-77EDF79B495E}"/>
              </a:ext>
            </a:extLst>
          </p:cNvPr>
          <p:cNvSpPr/>
          <p:nvPr/>
        </p:nvSpPr>
        <p:spPr>
          <a:xfrm>
            <a:off x="548640" y="2011680"/>
            <a:ext cx="2743200" cy="4114800"/>
          </a:xfrm>
          <a:prstGeom prst="roundRect">
            <a:avLst>
              <a:gd name="adj" fmla="val 20000"/>
            </a:avLst>
          </a:prstGeom>
          <a:solidFill>
            <a:srgbClr val="1E2032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91" name="Rounded Rectangle 4">
            <a:extLst>
              <a:ext uri="{FF2B5EF4-FFF2-40B4-BE49-F238E27FC236}">
                <a16:creationId xmlns:a16="http://schemas.microsoft.com/office/drawing/2014/main" id="{189543F2-C0BB-E3FD-9188-8A49B626A078}"/>
              </a:ext>
            </a:extLst>
          </p:cNvPr>
          <p:cNvSpPr/>
          <p:nvPr/>
        </p:nvSpPr>
        <p:spPr>
          <a:xfrm>
            <a:off x="731520" y="2194560"/>
            <a:ext cx="2377440" cy="365760"/>
          </a:xfrm>
          <a:prstGeom prst="roundRect">
            <a:avLst>
              <a:gd name="adj" fmla="val 100000"/>
            </a:avLst>
          </a:prstGeom>
          <a:solidFill>
            <a:srgbClr val="2D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C78FF"/>
                </a:solidFill>
              </a:defRPr>
            </a:pP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🗂️  1. Input Data Layer</a:t>
            </a:r>
          </a:p>
        </p:txBody>
      </p:sp>
      <p:sp>
        <p:nvSpPr>
          <p:cNvPr id="92" name="Rounded Rectangle 5">
            <a:extLst>
              <a:ext uri="{FF2B5EF4-FFF2-40B4-BE49-F238E27FC236}">
                <a16:creationId xmlns:a16="http://schemas.microsoft.com/office/drawing/2014/main" id="{3372B46E-F50B-AC0A-134B-8F2536DF934C}"/>
              </a:ext>
            </a:extLst>
          </p:cNvPr>
          <p:cNvSpPr/>
          <p:nvPr/>
        </p:nvSpPr>
        <p:spPr>
          <a:xfrm>
            <a:off x="731520" y="2743200"/>
            <a:ext cx="2377440" cy="640080"/>
          </a:xfrm>
          <a:prstGeom prst="roundRect">
            <a:avLst>
              <a:gd name="adj" fmla="val 50000"/>
            </a:avLst>
          </a:prstGeom>
          <a:solidFill>
            <a:srgbClr val="1E2032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B147EB3-C575-0A1B-A6C0-DCA69E276BC7}"/>
              </a:ext>
            </a:extLst>
          </p:cNvPr>
          <p:cNvSpPr txBox="1"/>
          <p:nvPr/>
        </p:nvSpPr>
        <p:spPr>
          <a:xfrm>
            <a:off x="822960" y="2834640"/>
            <a:ext cx="457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3232"/>
                </a:solidFill>
                <a:latin typeface="맑은 고딕"/>
              </a:defRPr>
            </a:pP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▶️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AADC6D0-4B91-7E80-DEB8-D11566E46786}"/>
              </a:ext>
            </a:extLst>
          </p:cNvPr>
          <p:cNvSpPr txBox="1"/>
          <p:nvPr/>
        </p:nvSpPr>
        <p:spPr>
          <a:xfrm>
            <a:off x="1280160" y="2880360"/>
            <a:ext cx="16459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YouTube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시청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/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좋아요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이력</a:t>
            </a:r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95" name="Rounded Rectangle 8">
            <a:extLst>
              <a:ext uri="{FF2B5EF4-FFF2-40B4-BE49-F238E27FC236}">
                <a16:creationId xmlns:a16="http://schemas.microsoft.com/office/drawing/2014/main" id="{E4FAD0C6-2E45-43FD-0131-B01421FE71AD}"/>
              </a:ext>
            </a:extLst>
          </p:cNvPr>
          <p:cNvSpPr/>
          <p:nvPr/>
        </p:nvSpPr>
        <p:spPr>
          <a:xfrm>
            <a:off x="731520" y="3474720"/>
            <a:ext cx="2377440" cy="640080"/>
          </a:xfrm>
          <a:prstGeom prst="roundRect">
            <a:avLst>
              <a:gd name="adj" fmla="val 50000"/>
            </a:avLst>
          </a:prstGeom>
          <a:solidFill>
            <a:srgbClr val="1E2032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54FC075-21BF-865A-8271-C04795C04286}"/>
              </a:ext>
            </a:extLst>
          </p:cNvPr>
          <p:cNvSpPr txBox="1"/>
          <p:nvPr/>
        </p:nvSpPr>
        <p:spPr>
          <a:xfrm>
            <a:off x="822960" y="3566160"/>
            <a:ext cx="457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C78FF"/>
                </a:solidFill>
                <a:latin typeface="맑은 고딕"/>
              </a:defRPr>
            </a:pP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📺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4761C00-3D21-FBA7-61F4-72B9E8321C31}"/>
              </a:ext>
            </a:extLst>
          </p:cNvPr>
          <p:cNvSpPr txBox="1"/>
          <p:nvPr/>
        </p:nvSpPr>
        <p:spPr>
          <a:xfrm>
            <a:off x="1280160" y="3611880"/>
            <a:ext cx="1645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TV Plus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시청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기록</a:t>
            </a:r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98" name="Rounded Rectangle 11">
            <a:extLst>
              <a:ext uri="{FF2B5EF4-FFF2-40B4-BE49-F238E27FC236}">
                <a16:creationId xmlns:a16="http://schemas.microsoft.com/office/drawing/2014/main" id="{5B9A9947-FBDF-4218-8255-5E220F2373D8}"/>
              </a:ext>
            </a:extLst>
          </p:cNvPr>
          <p:cNvSpPr/>
          <p:nvPr/>
        </p:nvSpPr>
        <p:spPr>
          <a:xfrm>
            <a:off x="731520" y="4206240"/>
            <a:ext cx="2377440" cy="640080"/>
          </a:xfrm>
          <a:prstGeom prst="roundRect">
            <a:avLst>
              <a:gd name="adj" fmla="val 50000"/>
            </a:avLst>
          </a:prstGeom>
          <a:solidFill>
            <a:srgbClr val="1E2032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4AB326A-C5A5-7778-1547-D5F16AE790FB}"/>
              </a:ext>
            </a:extLst>
          </p:cNvPr>
          <p:cNvSpPr txBox="1"/>
          <p:nvPr/>
        </p:nvSpPr>
        <p:spPr>
          <a:xfrm>
            <a:off x="822960" y="4297680"/>
            <a:ext cx="457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B432"/>
                </a:solidFill>
                <a:latin typeface="맑은 고딕"/>
              </a:defRPr>
            </a:pP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📝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E6AF3CB-968D-0AFD-CFB0-C7870707A8F0}"/>
              </a:ext>
            </a:extLst>
          </p:cNvPr>
          <p:cNvSpPr txBox="1"/>
          <p:nvPr/>
        </p:nvSpPr>
        <p:spPr>
          <a:xfrm>
            <a:off x="1280160" y="4343400"/>
            <a:ext cx="1645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Manual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선호도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(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장르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등)</a:t>
            </a:r>
          </a:p>
        </p:txBody>
      </p:sp>
      <p:sp>
        <p:nvSpPr>
          <p:cNvPr id="101" name="Rounded Rectangle 14">
            <a:extLst>
              <a:ext uri="{FF2B5EF4-FFF2-40B4-BE49-F238E27FC236}">
                <a16:creationId xmlns:a16="http://schemas.microsoft.com/office/drawing/2014/main" id="{F0FFA9F4-6600-75B2-2F63-B4256B7F147A}"/>
              </a:ext>
            </a:extLst>
          </p:cNvPr>
          <p:cNvSpPr/>
          <p:nvPr/>
        </p:nvSpPr>
        <p:spPr>
          <a:xfrm>
            <a:off x="731520" y="5303520"/>
            <a:ext cx="2377440" cy="640080"/>
          </a:xfrm>
          <a:prstGeom prst="roundRect">
            <a:avLst>
              <a:gd name="adj" fmla="val 50000"/>
            </a:avLst>
          </a:prstGeom>
          <a:solidFill>
            <a:srgbClr val="1E2032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790E1FB-0E4A-39DF-A4DE-D3E6E7472EC7}"/>
              </a:ext>
            </a:extLst>
          </p:cNvPr>
          <p:cNvSpPr txBox="1"/>
          <p:nvPr/>
        </p:nvSpPr>
        <p:spPr>
          <a:xfrm>
            <a:off x="822960" y="5394960"/>
            <a:ext cx="457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4B9C8"/>
                </a:solidFill>
                <a:latin typeface="맑은 고딕"/>
              </a:defRPr>
            </a:pP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📦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05FAAA6-DD12-A95B-C3D2-3BCAD71C7A44}"/>
              </a:ext>
            </a:extLst>
          </p:cNvPr>
          <p:cNvSpPr txBox="1"/>
          <p:nvPr/>
        </p:nvSpPr>
        <p:spPr>
          <a:xfrm>
            <a:off x="1280160" y="5440680"/>
            <a:ext cx="16459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Content Pool (EPG,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메타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)</a:t>
            </a:r>
          </a:p>
        </p:txBody>
      </p:sp>
      <p:sp>
        <p:nvSpPr>
          <p:cNvPr id="104" name="Rounded Rectangle 17">
            <a:extLst>
              <a:ext uri="{FF2B5EF4-FFF2-40B4-BE49-F238E27FC236}">
                <a16:creationId xmlns:a16="http://schemas.microsoft.com/office/drawing/2014/main" id="{F96E504E-7512-5D9B-8181-0EEA4C29D62F}"/>
              </a:ext>
            </a:extLst>
          </p:cNvPr>
          <p:cNvSpPr/>
          <p:nvPr/>
        </p:nvSpPr>
        <p:spPr>
          <a:xfrm>
            <a:off x="3657600" y="2011680"/>
            <a:ext cx="2560320" cy="4114800"/>
          </a:xfrm>
          <a:prstGeom prst="roundRect">
            <a:avLst>
              <a:gd name="adj" fmla="val 20000"/>
            </a:avLst>
          </a:prstGeom>
          <a:solidFill>
            <a:srgbClr val="2D2D46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05" name="Rounded Rectangle 18">
            <a:extLst>
              <a:ext uri="{FF2B5EF4-FFF2-40B4-BE49-F238E27FC236}">
                <a16:creationId xmlns:a16="http://schemas.microsoft.com/office/drawing/2014/main" id="{8D8F2E2E-67F0-2FF7-D48F-E9EB10E4BCBD}"/>
              </a:ext>
            </a:extLst>
          </p:cNvPr>
          <p:cNvSpPr/>
          <p:nvPr/>
        </p:nvSpPr>
        <p:spPr>
          <a:xfrm>
            <a:off x="3840480" y="2194560"/>
            <a:ext cx="2194560" cy="365760"/>
          </a:xfrm>
          <a:prstGeom prst="roundRect">
            <a:avLst>
              <a:gd name="adj" fmla="val 100000"/>
            </a:avLst>
          </a:prstGeom>
          <a:solidFill>
            <a:srgbClr val="2D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1200">
                <a:solidFill>
                  <a:srgbClr val="32C8C8"/>
                </a:solidFill>
              </a:defRPr>
            </a:pP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🧠  2. Data Analysis Layer</a:t>
            </a:r>
          </a:p>
        </p:txBody>
      </p:sp>
      <p:sp>
        <p:nvSpPr>
          <p:cNvPr id="106" name="Rounded Rectangle 19">
            <a:extLst>
              <a:ext uri="{FF2B5EF4-FFF2-40B4-BE49-F238E27FC236}">
                <a16:creationId xmlns:a16="http://schemas.microsoft.com/office/drawing/2014/main" id="{F7192B64-B681-1B19-619B-C8CBE511CABF}"/>
              </a:ext>
            </a:extLst>
          </p:cNvPr>
          <p:cNvSpPr/>
          <p:nvPr/>
        </p:nvSpPr>
        <p:spPr>
          <a:xfrm>
            <a:off x="3840480" y="2743200"/>
            <a:ext cx="2194560" cy="1097280"/>
          </a:xfrm>
          <a:prstGeom prst="roundRect">
            <a:avLst>
              <a:gd name="adj" fmla="val 20000"/>
            </a:avLst>
          </a:prstGeom>
          <a:solidFill>
            <a:srgbClr val="1E2032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6368095-8C87-858A-5625-6ADD2AFFA37A}"/>
              </a:ext>
            </a:extLst>
          </p:cNvPr>
          <p:cNvSpPr txBox="1"/>
          <p:nvPr/>
        </p:nvSpPr>
        <p:spPr>
          <a:xfrm>
            <a:off x="3840480" y="2834640"/>
            <a:ext cx="21945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1200" b="1">
                <a:solidFill>
                  <a:srgbClr val="32C8C8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UserDataAggregator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9F272FF-35D7-3436-45E7-AF9744B0959A}"/>
              </a:ext>
            </a:extLst>
          </p:cNvPr>
          <p:cNvSpPr txBox="1"/>
          <p:nvPr/>
        </p:nvSpPr>
        <p:spPr>
          <a:xfrm>
            <a:off x="3840480" y="3108960"/>
            <a:ext cx="21945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1000" b="0">
                <a:solidFill>
                  <a:srgbClr val="B4B9C8"/>
                </a:solidFill>
                <a:latin typeface="맑은 고딕"/>
              </a:defRPr>
            </a:pP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• YouTube API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연동</a:t>
            </a:r>
            <a:b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</a:b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•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이력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/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선호도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통합</a:t>
            </a:r>
            <a:b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</a:b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•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텍스트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직렬화</a:t>
            </a:r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09" name="Rounded Rectangle 22">
            <a:extLst>
              <a:ext uri="{FF2B5EF4-FFF2-40B4-BE49-F238E27FC236}">
                <a16:creationId xmlns:a16="http://schemas.microsoft.com/office/drawing/2014/main" id="{50498CCD-72D2-B6E8-57CB-4B3042882D11}"/>
              </a:ext>
            </a:extLst>
          </p:cNvPr>
          <p:cNvSpPr/>
          <p:nvPr/>
        </p:nvSpPr>
        <p:spPr>
          <a:xfrm>
            <a:off x="3840480" y="4023360"/>
            <a:ext cx="2194560" cy="1645920"/>
          </a:xfrm>
          <a:prstGeom prst="roundRect">
            <a:avLst>
              <a:gd name="adj" fmla="val 20000"/>
            </a:avLst>
          </a:prstGeom>
          <a:solidFill>
            <a:srgbClr val="1E2032"/>
          </a:solidFill>
          <a:ln w="12700">
            <a:solidFill>
              <a:srgbClr val="78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2DC50717-E7FE-6CB2-339C-2054F33284BA}"/>
              </a:ext>
            </a:extLst>
          </p:cNvPr>
          <p:cNvSpPr txBox="1"/>
          <p:nvPr/>
        </p:nvSpPr>
        <p:spPr>
          <a:xfrm>
            <a:off x="3840480" y="4114800"/>
            <a:ext cx="21945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1200" b="1">
                <a:solidFill>
                  <a:srgbClr val="A08CFF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AI Persona Analysis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6662CD6F-30DF-32A7-23F9-3A57CFF56223}"/>
              </a:ext>
            </a:extLst>
          </p:cNvPr>
          <p:cNvSpPr txBox="1"/>
          <p:nvPr/>
        </p:nvSpPr>
        <p:spPr>
          <a:xfrm>
            <a:off x="4480560" y="4389120"/>
            <a:ext cx="914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3000" b="0">
                <a:solidFill>
                  <a:srgbClr val="FFFFFF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🤖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2E7D54E-1C61-9E83-A2A0-5A9FBA6AEDF2}"/>
              </a:ext>
            </a:extLst>
          </p:cNvPr>
          <p:cNvSpPr txBox="1"/>
          <p:nvPr/>
        </p:nvSpPr>
        <p:spPr>
          <a:xfrm>
            <a:off x="3840480" y="5120640"/>
            <a:ext cx="219456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1000" b="0">
                <a:solidFill>
                  <a:srgbClr val="B4B9C8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(Gemini Pro) 통합 데이터 기반</a:t>
            </a:r>
            <a:b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</a:b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사용자 페르소나 도출</a:t>
            </a:r>
          </a:p>
        </p:txBody>
      </p:sp>
      <p:sp>
        <p:nvSpPr>
          <p:cNvPr id="113" name="Right Arrow 26">
            <a:extLst>
              <a:ext uri="{FF2B5EF4-FFF2-40B4-BE49-F238E27FC236}">
                <a16:creationId xmlns:a16="http://schemas.microsoft.com/office/drawing/2014/main" id="{B20F3F1B-D010-958F-545A-235AFF0E8C7B}"/>
              </a:ext>
            </a:extLst>
          </p:cNvPr>
          <p:cNvSpPr/>
          <p:nvPr/>
        </p:nvSpPr>
        <p:spPr>
          <a:xfrm>
            <a:off x="3291840" y="3840480"/>
            <a:ext cx="365760" cy="365760"/>
          </a:xfrm>
          <a:prstGeom prst="rightArrow">
            <a:avLst/>
          </a:prstGeom>
          <a:solidFill>
            <a:srgbClr val="A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14" name="Rounded Rectangle 27">
            <a:extLst>
              <a:ext uri="{FF2B5EF4-FFF2-40B4-BE49-F238E27FC236}">
                <a16:creationId xmlns:a16="http://schemas.microsoft.com/office/drawing/2014/main" id="{D27D032E-2E06-1E0F-417A-C0FD4486FFF3}"/>
              </a:ext>
            </a:extLst>
          </p:cNvPr>
          <p:cNvSpPr/>
          <p:nvPr/>
        </p:nvSpPr>
        <p:spPr>
          <a:xfrm>
            <a:off x="6583680" y="2011680"/>
            <a:ext cx="2926080" cy="4114800"/>
          </a:xfrm>
          <a:prstGeom prst="roundRect">
            <a:avLst>
              <a:gd name="adj" fmla="val 20000"/>
            </a:avLst>
          </a:prstGeom>
          <a:solidFill>
            <a:srgbClr val="2D2D46"/>
          </a:solidFill>
          <a:ln w="12700">
            <a:solidFill>
              <a:srgbClr val="78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15" name="Rounded Rectangle 28">
            <a:extLst>
              <a:ext uri="{FF2B5EF4-FFF2-40B4-BE49-F238E27FC236}">
                <a16:creationId xmlns:a16="http://schemas.microsoft.com/office/drawing/2014/main" id="{DF0DCB14-4B5C-3219-BE68-F97FEC7F8522}"/>
              </a:ext>
            </a:extLst>
          </p:cNvPr>
          <p:cNvSpPr/>
          <p:nvPr/>
        </p:nvSpPr>
        <p:spPr>
          <a:xfrm>
            <a:off x="6766560" y="2194560"/>
            <a:ext cx="2560320" cy="365760"/>
          </a:xfrm>
          <a:prstGeom prst="roundRect">
            <a:avLst>
              <a:gd name="adj" fmla="val 100000"/>
            </a:avLst>
          </a:prstGeom>
          <a:solidFill>
            <a:srgbClr val="2D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1200">
                <a:solidFill>
                  <a:srgbClr val="A08CFF"/>
                </a:solidFill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🎯  3. AI Recommendation Engine</a:t>
            </a:r>
          </a:p>
        </p:txBody>
      </p:sp>
      <p:sp>
        <p:nvSpPr>
          <p:cNvPr id="116" name="Rounded Rectangle 29">
            <a:extLst>
              <a:ext uri="{FF2B5EF4-FFF2-40B4-BE49-F238E27FC236}">
                <a16:creationId xmlns:a16="http://schemas.microsoft.com/office/drawing/2014/main" id="{3C4CF1C1-F376-C92F-A356-B47941A3E05F}"/>
              </a:ext>
            </a:extLst>
          </p:cNvPr>
          <p:cNvSpPr/>
          <p:nvPr/>
        </p:nvSpPr>
        <p:spPr>
          <a:xfrm>
            <a:off x="6766560" y="2743200"/>
            <a:ext cx="2560320" cy="1371600"/>
          </a:xfrm>
          <a:prstGeom prst="roundRect">
            <a:avLst>
              <a:gd name="adj" fmla="val 20000"/>
            </a:avLst>
          </a:prstGeom>
          <a:solidFill>
            <a:srgbClr val="1E2032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1F9DF7B3-46EF-9C76-1F74-3C4BD2446E7D}"/>
              </a:ext>
            </a:extLst>
          </p:cNvPr>
          <p:cNvSpPr txBox="1"/>
          <p:nvPr/>
        </p:nvSpPr>
        <p:spPr>
          <a:xfrm>
            <a:off x="6766560" y="2834640"/>
            <a:ext cx="25603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1200" b="1">
                <a:solidFill>
                  <a:srgbClr val="3C78FF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Stage 1: Recall (Vector DB)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781BDB41-356E-583D-3FD9-590DDE0A59BB}"/>
              </a:ext>
            </a:extLst>
          </p:cNvPr>
          <p:cNvSpPr txBox="1"/>
          <p:nvPr/>
        </p:nvSpPr>
        <p:spPr>
          <a:xfrm>
            <a:off x="6766560" y="3108960"/>
            <a:ext cx="25603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1000" b="0">
                <a:solidFill>
                  <a:srgbClr val="B4B9C8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• Content 임베딩 (사전 구축)</a:t>
            </a:r>
            <a:b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</a:b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• 페르소나 임베딩</a:t>
            </a:r>
            <a:b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</a:b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• 코사인 유사도 Top-N 추출</a:t>
            </a:r>
          </a:p>
        </p:txBody>
      </p:sp>
      <p:sp>
        <p:nvSpPr>
          <p:cNvPr id="119" name="Rounded Rectangle 32">
            <a:extLst>
              <a:ext uri="{FF2B5EF4-FFF2-40B4-BE49-F238E27FC236}">
                <a16:creationId xmlns:a16="http://schemas.microsoft.com/office/drawing/2014/main" id="{E01D1BC0-5B9D-5744-DB24-BA22C93ABACA}"/>
              </a:ext>
            </a:extLst>
          </p:cNvPr>
          <p:cNvSpPr/>
          <p:nvPr/>
        </p:nvSpPr>
        <p:spPr>
          <a:xfrm>
            <a:off x="6766560" y="4297680"/>
            <a:ext cx="2560320" cy="1371600"/>
          </a:xfrm>
          <a:prstGeom prst="roundRect">
            <a:avLst>
              <a:gd name="adj" fmla="val 20000"/>
            </a:avLst>
          </a:prstGeom>
          <a:solidFill>
            <a:srgbClr val="1E2032"/>
          </a:solidFill>
          <a:ln w="12700">
            <a:solidFill>
              <a:srgbClr val="78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C26CD8AF-9433-2384-1E02-53CDB5AAFB77}"/>
              </a:ext>
            </a:extLst>
          </p:cNvPr>
          <p:cNvSpPr txBox="1"/>
          <p:nvPr/>
        </p:nvSpPr>
        <p:spPr>
          <a:xfrm>
            <a:off x="6766560" y="4389120"/>
            <a:ext cx="25603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1200" b="1">
                <a:solidFill>
                  <a:srgbClr val="A08CFF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Stage 2: Reasoning (LLM)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5C10120D-982F-B566-0D59-1ADEF3C73986}"/>
              </a:ext>
            </a:extLst>
          </p:cNvPr>
          <p:cNvSpPr txBox="1"/>
          <p:nvPr/>
        </p:nvSpPr>
        <p:spPr>
          <a:xfrm>
            <a:off x="6766560" y="4663440"/>
            <a:ext cx="25603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1000" b="0">
                <a:solidFill>
                  <a:srgbClr val="B4B9C8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• (Gemini Flash) PD 역할 프롬프트</a:t>
            </a:r>
            <a:b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</a:b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• 후보군 중 최적 1개 선정</a:t>
            </a:r>
            <a:b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</a:b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• 추천 사유 생성 (JSON)</a:t>
            </a:r>
          </a:p>
        </p:txBody>
      </p:sp>
      <p:sp>
        <p:nvSpPr>
          <p:cNvPr id="122" name="Right Arrow 35">
            <a:extLst>
              <a:ext uri="{FF2B5EF4-FFF2-40B4-BE49-F238E27FC236}">
                <a16:creationId xmlns:a16="http://schemas.microsoft.com/office/drawing/2014/main" id="{3D591B6A-C41C-C61A-3291-C8ECA9DF8D57}"/>
              </a:ext>
            </a:extLst>
          </p:cNvPr>
          <p:cNvSpPr/>
          <p:nvPr/>
        </p:nvSpPr>
        <p:spPr>
          <a:xfrm>
            <a:off x="6217920" y="3840480"/>
            <a:ext cx="365760" cy="365760"/>
          </a:xfrm>
          <a:prstGeom prst="rightArrow">
            <a:avLst/>
          </a:prstGeom>
          <a:solidFill>
            <a:srgbClr val="A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23" name="Right Arrow 36">
            <a:extLst>
              <a:ext uri="{FF2B5EF4-FFF2-40B4-BE49-F238E27FC236}">
                <a16:creationId xmlns:a16="http://schemas.microsoft.com/office/drawing/2014/main" id="{5935AEF3-D52D-0572-C3DC-2D17779C7DE8}"/>
              </a:ext>
            </a:extLst>
          </p:cNvPr>
          <p:cNvSpPr/>
          <p:nvPr/>
        </p:nvSpPr>
        <p:spPr>
          <a:xfrm rot="5400000">
            <a:off x="7863840" y="4114800"/>
            <a:ext cx="365760" cy="182880"/>
          </a:xfrm>
          <a:prstGeom prst="rightArrow">
            <a:avLst/>
          </a:prstGeom>
          <a:solidFill>
            <a:srgbClr val="A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24" name="Rounded Rectangle 37">
            <a:extLst>
              <a:ext uri="{FF2B5EF4-FFF2-40B4-BE49-F238E27FC236}">
                <a16:creationId xmlns:a16="http://schemas.microsoft.com/office/drawing/2014/main" id="{F11FC64E-A107-AF6F-932A-25B5AA74B169}"/>
              </a:ext>
            </a:extLst>
          </p:cNvPr>
          <p:cNvSpPr/>
          <p:nvPr/>
        </p:nvSpPr>
        <p:spPr>
          <a:xfrm>
            <a:off x="9875520" y="2011680"/>
            <a:ext cx="1828800" cy="4114800"/>
          </a:xfrm>
          <a:prstGeom prst="roundRect">
            <a:avLst>
              <a:gd name="adj" fmla="val 20000"/>
            </a:avLst>
          </a:prstGeom>
          <a:solidFill>
            <a:srgbClr val="1E2032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25" name="Rounded Rectangle 38">
            <a:extLst>
              <a:ext uri="{FF2B5EF4-FFF2-40B4-BE49-F238E27FC236}">
                <a16:creationId xmlns:a16="http://schemas.microsoft.com/office/drawing/2014/main" id="{7702EF27-7586-F7EE-C8DF-F74B780B6DD6}"/>
              </a:ext>
            </a:extLst>
          </p:cNvPr>
          <p:cNvSpPr/>
          <p:nvPr/>
        </p:nvSpPr>
        <p:spPr>
          <a:xfrm>
            <a:off x="9966960" y="2194560"/>
            <a:ext cx="1645920" cy="365760"/>
          </a:xfrm>
          <a:prstGeom prst="roundRect">
            <a:avLst>
              <a:gd name="adj" fmla="val 100000"/>
            </a:avLst>
          </a:prstGeom>
          <a:solidFill>
            <a:srgbClr val="2D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1200">
                <a:solidFill>
                  <a:srgbClr val="32C864"/>
                </a:solidFill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💻  4. Output Layer</a:t>
            </a:r>
          </a:p>
        </p:txBody>
      </p:sp>
      <p:sp>
        <p:nvSpPr>
          <p:cNvPr id="126" name="Rounded Rectangle 39">
            <a:extLst>
              <a:ext uri="{FF2B5EF4-FFF2-40B4-BE49-F238E27FC236}">
                <a16:creationId xmlns:a16="http://schemas.microsoft.com/office/drawing/2014/main" id="{FD97FDA6-AA97-0622-04A9-EBD83FA53774}"/>
              </a:ext>
            </a:extLst>
          </p:cNvPr>
          <p:cNvSpPr/>
          <p:nvPr/>
        </p:nvSpPr>
        <p:spPr>
          <a:xfrm>
            <a:off x="9966960" y="3383280"/>
            <a:ext cx="1645920" cy="2286000"/>
          </a:xfrm>
          <a:prstGeom prst="roundRect">
            <a:avLst>
              <a:gd name="adj" fmla="val 20000"/>
            </a:avLst>
          </a:prstGeom>
          <a:solidFill>
            <a:srgbClr val="2D2D46"/>
          </a:solidFill>
          <a:ln w="12700">
            <a:solidFill>
              <a:srgbClr val="32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571371D6-BE8B-784A-963B-A88944C5D1B6}"/>
              </a:ext>
            </a:extLst>
          </p:cNvPr>
          <p:cNvSpPr txBox="1"/>
          <p:nvPr/>
        </p:nvSpPr>
        <p:spPr>
          <a:xfrm>
            <a:off x="9966960" y="3566160"/>
            <a:ext cx="1645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1400" b="1">
                <a:solidFill>
                  <a:srgbClr val="32C864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Final Result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31803AC-8774-21D7-38B7-CDDED4298A17}"/>
              </a:ext>
            </a:extLst>
          </p:cNvPr>
          <p:cNvSpPr txBox="1"/>
          <p:nvPr/>
        </p:nvSpPr>
        <p:spPr>
          <a:xfrm>
            <a:off x="10241280" y="4023360"/>
            <a:ext cx="109728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4000" b="0">
                <a:solidFill>
                  <a:srgbClr val="FFFFFF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🎉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C6AA0F0-4EB9-CD4A-879E-8EF7BD824422}"/>
              </a:ext>
            </a:extLst>
          </p:cNvPr>
          <p:cNvSpPr txBox="1"/>
          <p:nvPr/>
        </p:nvSpPr>
        <p:spPr>
          <a:xfrm>
            <a:off x="9966960" y="5120640"/>
            <a:ext cx="164592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추천 채널 ID</a:t>
            </a:r>
            <a:b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</a:b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&amp; 셰프의 한마디</a:t>
            </a:r>
          </a:p>
        </p:txBody>
      </p:sp>
      <p:sp>
        <p:nvSpPr>
          <p:cNvPr id="130" name="Right Arrow 43">
            <a:extLst>
              <a:ext uri="{FF2B5EF4-FFF2-40B4-BE49-F238E27FC236}">
                <a16:creationId xmlns:a16="http://schemas.microsoft.com/office/drawing/2014/main" id="{C8EA25B9-738D-F6ED-D9A7-21939DB8563B}"/>
              </a:ext>
            </a:extLst>
          </p:cNvPr>
          <p:cNvSpPr/>
          <p:nvPr/>
        </p:nvSpPr>
        <p:spPr>
          <a:xfrm>
            <a:off x="9509760" y="3840480"/>
            <a:ext cx="365760" cy="365760"/>
          </a:xfrm>
          <a:prstGeom prst="rightArrow">
            <a:avLst/>
          </a:prstGeom>
          <a:solidFill>
            <a:srgbClr val="A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5014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3600" b="1">
                <a:solidFill>
                  <a:srgbClr val="A08CFF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주요 시나리오 데모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5029200" cy="4114800"/>
          </a:xfrm>
          <a:prstGeom prst="roundRect">
            <a:avLst>
              <a:gd name="adj" fmla="val 20000"/>
            </a:avLst>
          </a:prstGeom>
          <a:solidFill>
            <a:srgbClr val="1E2032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45720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2000" b="1">
                <a:solidFill>
                  <a:srgbClr val="3C78FF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Scenario 1: 퇴근 후 일상 시청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00400"/>
            <a:ext cx="457200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600" b="0">
                <a:solidFill>
                  <a:srgbClr val="B4B9C8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1. TV Power ON</a:t>
            </a:r>
            <a:b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</a:b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2. (별도 조작 없이) AI가 '저녁 시간대 선호 예능' 자동 재생</a:t>
            </a:r>
            <a:b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</a:b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3. 예능 종료 후, 자연스럽게 '선호하는 뉴스 채널'로 이어짐</a:t>
            </a:r>
            <a:b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</a:b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-&gt; Zero UI 경험 달성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286000"/>
            <a:ext cx="5029200" cy="4114800"/>
          </a:xfrm>
          <a:prstGeom prst="roundRect">
            <a:avLst>
              <a:gd name="adj" fmla="val 20000"/>
            </a:avLst>
          </a:prstGeom>
          <a:solidFill>
            <a:srgbClr val="2D2D46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0" y="2468880"/>
            <a:ext cx="45720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2000" b="1">
                <a:solidFill>
                  <a:srgbClr val="C83232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Scenario 2: 긴급 상황 개입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200400"/>
            <a:ext cx="457200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600" b="0">
                <a:solidFill>
                  <a:srgbClr val="B4B9C8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1. 영화 시청 중 (평온한 상태)</a:t>
            </a:r>
            <a:b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</a:b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2. [AI 감지] 아기방 홈캠에서 '아기 울음소리' 감지</a:t>
            </a:r>
            <a:b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</a:b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3. TV 화면 우측 하단에 PiP로 베이비캠 화면 자동 노출</a:t>
            </a:r>
            <a:b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</a:b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4. (상황 해제 시) 다시 원래 콘텐츠로 복귀</a:t>
            </a:r>
          </a:p>
        </p:txBody>
      </p:sp>
      <p:sp>
        <p:nvSpPr>
          <p:cNvPr id="10" name="Rounded Rectangle 1">
            <a:extLst>
              <a:ext uri="{FF2B5EF4-FFF2-40B4-BE49-F238E27FC236}">
                <a16:creationId xmlns:a16="http://schemas.microsoft.com/office/drawing/2014/main" id="{7A5360C6-D711-9A2B-E9F4-43B2B3D5DD28}"/>
              </a:ext>
            </a:extLst>
          </p:cNvPr>
          <p:cNvSpPr/>
          <p:nvPr/>
        </p:nvSpPr>
        <p:spPr>
          <a:xfrm>
            <a:off x="914400" y="457200"/>
            <a:ext cx="1371600" cy="365760"/>
          </a:xfrm>
          <a:prstGeom prst="roundRect">
            <a:avLst>
              <a:gd name="adj" fmla="val 100000"/>
            </a:avLst>
          </a:prstGeom>
          <a:solidFill>
            <a:srgbClr val="2D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rPr 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4. </a:t>
            </a:r>
            <a:r>
              <a:rPr lang="ko-KR" alt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데모</a:t>
            </a:r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3600" b="1">
                <a:solidFill>
                  <a:srgbClr val="A08CFF"/>
                </a:solidFill>
                <a:latin typeface="맑은 고딕"/>
              </a:defRPr>
            </a:pP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플랫폼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가치와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수익의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동반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상승</a:t>
            </a:r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3200400" cy="3657600"/>
          </a:xfrm>
          <a:prstGeom prst="roundRect">
            <a:avLst>
              <a:gd name="adj" fmla="val 20000"/>
            </a:avLst>
          </a:prstGeom>
          <a:solidFill>
            <a:srgbClr val="2D2D46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" y="3017520"/>
            <a:ext cx="3200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800" b="1">
                <a:solidFill>
                  <a:srgbClr val="3C78FF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📈 시청 시간/광고 수익 극대화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657600"/>
            <a:ext cx="2834640" cy="731520"/>
          </a:xfrm>
          <a:prstGeom prst="roundRect">
            <a:avLst>
              <a:gd name="adj" fmla="val 50000"/>
            </a:avLst>
          </a:prstGeom>
          <a:solidFill>
            <a:srgbClr val="1E2032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88720" y="3794760"/>
            <a:ext cx="457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800" b="0">
                <a:solidFill>
                  <a:srgbClr val="32C8C8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794760"/>
            <a:ext cx="210312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이탈 구간 제거 -&gt; 평균 시청 시간 증가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4572000"/>
            <a:ext cx="2834640" cy="731520"/>
          </a:xfrm>
          <a:prstGeom prst="roundRect">
            <a:avLst>
              <a:gd name="adj" fmla="val 50000"/>
            </a:avLst>
          </a:prstGeom>
          <a:solidFill>
            <a:srgbClr val="1E2032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88720" y="4709160"/>
            <a:ext cx="457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800" b="0">
                <a:solidFill>
                  <a:srgbClr val="32C8C8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709160"/>
            <a:ext cx="210312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TV 켜두는 시간 증가 -&gt; 광고 노출 확대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2743200"/>
            <a:ext cx="3200400" cy="3657600"/>
          </a:xfrm>
          <a:prstGeom prst="roundRect">
            <a:avLst>
              <a:gd name="adj" fmla="val 20000"/>
            </a:avLst>
          </a:prstGeom>
          <a:solidFill>
            <a:srgbClr val="2D2D46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46320" y="3017520"/>
            <a:ext cx="3200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800" b="1">
                <a:solidFill>
                  <a:srgbClr val="32C8C8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🔒 플랫폼 락인(Lock-in) 강화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3657600"/>
            <a:ext cx="2834640" cy="1097280"/>
          </a:xfrm>
          <a:prstGeom prst="roundRect">
            <a:avLst>
              <a:gd name="adj" fmla="val 50000"/>
            </a:avLst>
          </a:prstGeom>
          <a:solidFill>
            <a:srgbClr val="1E2032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937760" y="3794760"/>
            <a:ext cx="457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800" b="0">
                <a:solidFill>
                  <a:srgbClr val="32C8C8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3794760"/>
            <a:ext cx="210312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홈캠 등 생활 필수 기능 연동 -&gt; 생활 플랫폼 진화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5029200"/>
            <a:ext cx="2834640" cy="1097280"/>
          </a:xfrm>
          <a:prstGeom prst="roundRect">
            <a:avLst>
              <a:gd name="adj" fmla="val 50000"/>
            </a:avLst>
          </a:prstGeom>
          <a:solidFill>
            <a:srgbClr val="1E2032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937760" y="5166360"/>
            <a:ext cx="457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800" b="0">
                <a:solidFill>
                  <a:srgbClr val="32C8C8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5166360"/>
            <a:ext cx="210312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재방문율 및 사용 빈도 압도적 상승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2743200"/>
            <a:ext cx="3200400" cy="3657600"/>
          </a:xfrm>
          <a:prstGeom prst="roundRect">
            <a:avLst>
              <a:gd name="adj" fmla="val 20000"/>
            </a:avLst>
          </a:prstGeom>
          <a:solidFill>
            <a:srgbClr val="2D2D46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95360" y="3017520"/>
            <a:ext cx="3200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800" b="1">
                <a:solidFill>
                  <a:srgbClr val="C8B432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⭐ 차별화된 경쟁력 확보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5360" y="3657600"/>
            <a:ext cx="2834640" cy="1097280"/>
          </a:xfrm>
          <a:prstGeom prst="roundRect">
            <a:avLst>
              <a:gd name="adj" fmla="val 50000"/>
            </a:avLst>
          </a:prstGeom>
          <a:solidFill>
            <a:srgbClr val="1E2032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86800" y="3794760"/>
            <a:ext cx="457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800" b="0">
                <a:solidFill>
                  <a:srgbClr val="32C8C8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794760"/>
            <a:ext cx="210312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'실시간 개인화 방송' 독보적 포지셔닝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95360" y="5029200"/>
            <a:ext cx="2834640" cy="1097280"/>
          </a:xfrm>
          <a:prstGeom prst="roundRect">
            <a:avLst>
              <a:gd name="adj" fmla="val 50000"/>
            </a:avLst>
          </a:prstGeom>
          <a:solidFill>
            <a:srgbClr val="1E2032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686800" y="5166360"/>
            <a:ext cx="457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800" b="0">
                <a:solidFill>
                  <a:srgbClr val="32C8C8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5166360"/>
            <a:ext cx="210312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글로벌 FAST 시장 기술 우위 선점</a:t>
            </a:r>
          </a:p>
        </p:txBody>
      </p:sp>
      <p:sp>
        <p:nvSpPr>
          <p:cNvPr id="28" name="Rounded Rectangle 1">
            <a:extLst>
              <a:ext uri="{FF2B5EF4-FFF2-40B4-BE49-F238E27FC236}">
                <a16:creationId xmlns:a16="http://schemas.microsoft.com/office/drawing/2014/main" id="{010DAC62-B03D-507D-E194-9E37C5097997}"/>
              </a:ext>
            </a:extLst>
          </p:cNvPr>
          <p:cNvSpPr/>
          <p:nvPr/>
        </p:nvSpPr>
        <p:spPr>
          <a:xfrm>
            <a:off x="914399" y="457200"/>
            <a:ext cx="1628775" cy="365760"/>
          </a:xfrm>
          <a:prstGeom prst="roundRect">
            <a:avLst>
              <a:gd name="adj" fmla="val 100000"/>
            </a:avLst>
          </a:prstGeom>
          <a:solidFill>
            <a:srgbClr val="2D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rPr 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5. </a:t>
            </a:r>
            <a:r>
              <a:rPr lang="ko-KR" alt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비즈니스 영향도</a:t>
            </a:r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3600" b="1">
                <a:solidFill>
                  <a:srgbClr val="A08CFF"/>
                </a:solidFill>
                <a:latin typeface="맑은 고딕"/>
              </a:defRPr>
            </a:pP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Roadmap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657600"/>
            <a:ext cx="10515600" cy="91440"/>
          </a:xfrm>
          <a:prstGeom prst="roundRect">
            <a:avLst>
              <a:gd name="adj" fmla="val 20000"/>
            </a:avLst>
          </a:prstGeom>
          <a:solidFill>
            <a:srgbClr val="785AFF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" name="Oval 4"/>
          <p:cNvSpPr/>
          <p:nvPr/>
        </p:nvSpPr>
        <p:spPr>
          <a:xfrm>
            <a:off x="2331720" y="3474720"/>
            <a:ext cx="365760" cy="365760"/>
          </a:xfrm>
          <a:prstGeom prst="ellipse">
            <a:avLst/>
          </a:prstGeom>
          <a:solidFill>
            <a:srgbClr val="78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14400" y="4114800"/>
            <a:ext cx="3200400" cy="2743200"/>
          </a:xfrm>
          <a:prstGeom prst="roundRect">
            <a:avLst>
              <a:gd name="adj" fmla="val 20000"/>
            </a:avLst>
          </a:prstGeom>
          <a:solidFill>
            <a:srgbClr val="1E2032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3200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1400" b="1">
                <a:solidFill>
                  <a:srgbClr val="785AFF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Phase 1 (현재)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3200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핵심 기능 구현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28346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200" b="0">
                <a:solidFill>
                  <a:srgbClr val="B4B9C8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- 초개인화 자동 편성 엔진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28346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200" b="0">
                <a:solidFill>
                  <a:srgbClr val="B4B9C8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- 기본 외부 스트림(홈캠) 연동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852160"/>
            <a:ext cx="28346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200" b="0">
                <a:solidFill>
                  <a:srgbClr val="B4B9C8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- 기본 Audio AI 이벤트 감지</a:t>
            </a:r>
          </a:p>
        </p:txBody>
      </p:sp>
      <p:sp>
        <p:nvSpPr>
          <p:cNvPr id="12" name="Oval 11"/>
          <p:cNvSpPr/>
          <p:nvPr/>
        </p:nvSpPr>
        <p:spPr>
          <a:xfrm>
            <a:off x="5989320" y="3474720"/>
            <a:ext cx="365760" cy="365760"/>
          </a:xfrm>
          <a:prstGeom prst="ellipse">
            <a:avLst/>
          </a:prstGeom>
          <a:solidFill>
            <a:srgbClr val="78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72000" y="4114800"/>
            <a:ext cx="3200400" cy="2743200"/>
          </a:xfrm>
          <a:prstGeom prst="roundRect">
            <a:avLst>
              <a:gd name="adj" fmla="val 20000"/>
            </a:avLst>
          </a:prstGeom>
          <a:solidFill>
            <a:srgbClr val="1E2032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0" y="4297680"/>
            <a:ext cx="3200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1400" b="1">
                <a:solidFill>
                  <a:srgbClr val="785AFF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Phase 2 (단기)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572000"/>
            <a:ext cx="3200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기능 고도화 및 확장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5120640"/>
            <a:ext cx="28346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200" b="0">
                <a:solidFill>
                  <a:srgbClr val="B4B9C8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- Vision AI (객체/동작 인식) 적용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5486400"/>
            <a:ext cx="28346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200" b="0">
                <a:solidFill>
                  <a:srgbClr val="B4B9C8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- 다양한 IoT 기기 연동 확대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5852160"/>
            <a:ext cx="28346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200" b="0">
                <a:solidFill>
                  <a:srgbClr val="B4B9C8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- 개인화 광고 모델 도입</a:t>
            </a:r>
          </a:p>
        </p:txBody>
      </p:sp>
      <p:sp>
        <p:nvSpPr>
          <p:cNvPr id="19" name="Oval 18"/>
          <p:cNvSpPr/>
          <p:nvPr/>
        </p:nvSpPr>
        <p:spPr>
          <a:xfrm>
            <a:off x="9646920" y="3474720"/>
            <a:ext cx="365760" cy="365760"/>
          </a:xfrm>
          <a:prstGeom prst="ellipse">
            <a:avLst/>
          </a:prstGeom>
          <a:solidFill>
            <a:srgbClr val="78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229600" y="4114800"/>
            <a:ext cx="3200400" cy="2743200"/>
          </a:xfrm>
          <a:prstGeom prst="roundRect">
            <a:avLst>
              <a:gd name="adj" fmla="val 20000"/>
            </a:avLst>
          </a:prstGeom>
          <a:solidFill>
            <a:srgbClr val="1E2032"/>
          </a:solidFill>
          <a:ln w="12700">
            <a:solidFill>
              <a:srgbClr val="3C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29600" y="4297680"/>
            <a:ext cx="3200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1400" b="1">
                <a:solidFill>
                  <a:srgbClr val="785AFF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Phase 3 (장기)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572000"/>
            <a:ext cx="3200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플랫폼 생태계 구축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5120640"/>
            <a:ext cx="28346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200" b="0">
                <a:solidFill>
                  <a:srgbClr val="B4B9C8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- 서드파티 콘텐츠 제공자용 API 공개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5486400"/>
            <a:ext cx="28346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200" b="0">
                <a:solidFill>
                  <a:srgbClr val="B4B9C8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- 사용자 참여형 커뮤니티 기능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5852160"/>
            <a:ext cx="28346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l">
              <a:defRPr sz="1200" b="0">
                <a:solidFill>
                  <a:srgbClr val="B4B9C8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- 글로벌 서비스 확장</a:t>
            </a:r>
          </a:p>
        </p:txBody>
      </p:sp>
      <p:sp>
        <p:nvSpPr>
          <p:cNvPr id="26" name="Rounded Rectangle 1">
            <a:extLst>
              <a:ext uri="{FF2B5EF4-FFF2-40B4-BE49-F238E27FC236}">
                <a16:creationId xmlns:a16="http://schemas.microsoft.com/office/drawing/2014/main" id="{73A6D9B1-CBED-7F9B-75D5-DC839620B484}"/>
              </a:ext>
            </a:extLst>
          </p:cNvPr>
          <p:cNvSpPr/>
          <p:nvPr/>
        </p:nvSpPr>
        <p:spPr>
          <a:xfrm>
            <a:off x="914400" y="457200"/>
            <a:ext cx="1371600" cy="365760"/>
          </a:xfrm>
          <a:prstGeom prst="roundRect">
            <a:avLst>
              <a:gd name="adj" fmla="val 100000"/>
            </a:avLst>
          </a:prstGeom>
          <a:solidFill>
            <a:srgbClr val="2D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rPr 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6. </a:t>
            </a:r>
            <a:r>
              <a:rPr lang="ko-KR" alt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향후 발전 계획</a:t>
            </a:r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43200" y="2286000"/>
            <a:ext cx="6858000" cy="2743200"/>
          </a:xfrm>
          <a:prstGeom prst="roundRect">
            <a:avLst>
              <a:gd name="adj" fmla="val 10000"/>
            </a:avLst>
          </a:prstGeom>
          <a:solidFill>
            <a:srgbClr val="2D2D46"/>
          </a:solidFill>
          <a:ln w="12700">
            <a:solidFill>
              <a:srgbClr val="78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59436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4800" b="1">
                <a:solidFill>
                  <a:srgbClr val="A08CFF"/>
                </a:solidFill>
                <a:latin typeface="맑은 고딕"/>
              </a:defRPr>
            </a:pPr>
            <a:r>
              <a:rPr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감사합니다</a:t>
            </a:r>
            <a:r>
              <a:rPr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3840480"/>
            <a:ext cx="59436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>
              <a:defRPr sz="2400" b="1">
                <a:solidFill>
                  <a:srgbClr val="B4B9C8"/>
                </a:solidFill>
                <a:latin typeface="맑은 고딕"/>
              </a:defRPr>
            </a:pPr>
            <a:r>
              <a:rPr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760</Words>
  <Application>Microsoft Office PowerPoint</Application>
  <PresentationFormat>와이드스크린</PresentationFormat>
  <Paragraphs>268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나눔스퀘어_ac ExtraBold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윤지 김</cp:lastModifiedBy>
  <cp:revision>1</cp:revision>
  <dcterms:created xsi:type="dcterms:W3CDTF">2013-01-27T09:14:16Z</dcterms:created>
  <dcterms:modified xsi:type="dcterms:W3CDTF">2026-04-28T08:44:08Z</dcterms:modified>
  <cp:category/>
</cp:coreProperties>
</file>